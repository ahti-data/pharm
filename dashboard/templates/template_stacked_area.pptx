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b" ContentType="application/vnd.ms-excel.sheet.binary.macroEnabled.12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heme/theme2.xml" ContentType="application/vnd.openxmlformats-officedocument.theme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327" r:id="rId2"/>
  </p:sldIdLst>
  <p:sldSz cx="12192000" cy="6858000"/>
  <p:notesSz cx="6858000" cy="9144000"/>
  <p:custDataLst>
    <p:tags r:id="rId4"/>
  </p:custDataLst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.xlsb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20617231033004715"/>
          <c:y val="6.3106796116504854E-2"/>
          <c:w val="0.77153879125589375"/>
          <c:h val="0.87378640776699024"/>
        </c:manualLayout>
      </c:layout>
      <c:areaChart>
        <c:grouping val="stacked"/>
        <c:varyColors val="0"/>
        <c:ser>
          <c:idx val="0"/>
          <c:order val="0"/>
          <c:spPr>
            <a:solidFill>
              <a:schemeClr val="accent3"/>
            </a:solidFill>
            <a:ln>
              <a:noFill/>
            </a:ln>
          </c:spPr>
          <c:val>
            <c:numRef>
              <c:f>Sheet1!$A$1:$C$1</c:f>
              <c:numCache>
                <c:formatCode>General</c:formatCode>
                <c:ptCount val="3"/>
                <c:pt idx="0">
                  <c:v>55.000000000000007</c:v>
                </c:pt>
                <c:pt idx="1">
                  <c:v>82</c:v>
                </c:pt>
                <c:pt idx="2">
                  <c:v>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D67-42B7-A9FC-40F08AEA2743}"/>
            </c:ext>
          </c:extLst>
        </c:ser>
        <c:ser>
          <c:idx val="1"/>
          <c:order val="1"/>
          <c:spPr>
            <a:solidFill>
              <a:schemeClr val="accent2"/>
            </a:solidFill>
            <a:ln>
              <a:noFill/>
            </a:ln>
          </c:spPr>
          <c:val>
            <c:numRef>
              <c:f>Sheet1!$A$2:$C$2</c:f>
              <c:numCache>
                <c:formatCode>General</c:formatCode>
                <c:ptCount val="3"/>
                <c:pt idx="0">
                  <c:v>26</c:v>
                </c:pt>
                <c:pt idx="1">
                  <c:v>5.0000000000000044</c:v>
                </c:pt>
                <c:pt idx="2">
                  <c:v>7.9999999999999964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D67-42B7-A9FC-40F08AEA2743}"/>
            </c:ext>
          </c:extLst>
        </c:ser>
        <c:ser>
          <c:idx val="2"/>
          <c:order val="2"/>
          <c:spPr>
            <a:solidFill>
              <a:schemeClr val="accent1"/>
            </a:solidFill>
            <a:ln>
              <a:noFill/>
            </a:ln>
          </c:spPr>
          <c:val>
            <c:numRef>
              <c:f>Sheet1!$A$3:$C$3</c:f>
              <c:numCache>
                <c:formatCode>General</c:formatCode>
                <c:ptCount val="3"/>
                <c:pt idx="0">
                  <c:v>18.999999999999993</c:v>
                </c:pt>
                <c:pt idx="1">
                  <c:v>13</c:v>
                </c:pt>
                <c:pt idx="2">
                  <c:v>20.000000000000007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D67-42B7-A9FC-40F08AEA274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609807840"/>
        <c:axId val="1"/>
      </c:areaChart>
      <c:catAx>
        <c:axId val="1609807840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0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&quot;%&quot;;&quot;-&quot;#,##0&quot;%&quot;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3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nl-NL"/>
          </a:p>
        </c:txPr>
        <c:crossAx val="1609807840"/>
        <c:crosses val="min"/>
        <c:crossBetween val="midCat"/>
        <c:majorUnit val="20"/>
      </c:valAx>
    </c:plotArea>
    <c:plotVisOnly val="0"/>
    <c:dispBlanksAs val="zero"/>
    <c:showDLblsOverMax val="1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B89C7C-441B-40D0-B754-CB04C151856A}" type="datetimeFigureOut">
              <a:rPr lang="nl-NL" smtClean="0"/>
              <a:t>20-7-2026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8FD87E-64FC-43FF-A044-A2F7AA80535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805826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A6D16-EE9B-4D87-32F4-DC6445779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B7F0EBE2-F2FD-4CB8-32B2-BAE8462E42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9AD1B6DE-34C8-51B3-643D-4E2159F015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Voortbordurend op de eerste uitwerking – aantallen MSZ zorg en aantallen nieuwe MSZ zorg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6BE9F9A-D52C-50CD-3D19-F3D168AC66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FFBBD1-FE09-4B6F-A3CC-AB37AEF4DE46}" type="slidenum">
              <a:rPr kumimoji="0" lang="nl-NL" alt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nl-NL" altLang="nl-NL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20690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image" Target="../media/image5.jpeg"/><Relationship Id="rId5" Type="http://schemas.openxmlformats.org/officeDocument/2006/relationships/image" Target="../media/image4.emf"/><Relationship Id="rId4" Type="http://schemas.openxmlformats.org/officeDocument/2006/relationships/oleObject" Target="../embeddings/oleObject2.bin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8.xml"/><Relationship Id="rId7" Type="http://schemas.openxmlformats.org/officeDocument/2006/relationships/image" Target="../media/image7.emf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2.bin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1.xml"/><Relationship Id="rId7" Type="http://schemas.openxmlformats.org/officeDocument/2006/relationships/image" Target="../media/image7.emf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2.bin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5" Type="http://schemas.openxmlformats.org/officeDocument/2006/relationships/image" Target="../media/image8.jpeg"/><Relationship Id="rId4" Type="http://schemas.openxmlformats.org/officeDocument/2006/relationships/image" Target="../media/image4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2.bin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4.bin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image" Target="../media/image7.emf"/><Relationship Id="rId5" Type="http://schemas.openxmlformats.org/officeDocument/2006/relationships/image" Target="../media/image6.emf"/><Relationship Id="rId4" Type="http://schemas.openxmlformats.org/officeDocument/2006/relationships/oleObject" Target="../embeddings/oleObject4.bin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image" Target="../media/image7.emf"/><Relationship Id="rId5" Type="http://schemas.openxmlformats.org/officeDocument/2006/relationships/image" Target="../media/image6.emf"/><Relationship Id="rId4" Type="http://schemas.openxmlformats.org/officeDocument/2006/relationships/oleObject" Target="../embeddings/oleObject5.bin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image" Target="../media/image7.emf"/><Relationship Id="rId5" Type="http://schemas.openxmlformats.org/officeDocument/2006/relationships/image" Target="../media/image6.emf"/><Relationship Id="rId4" Type="http://schemas.openxmlformats.org/officeDocument/2006/relationships/oleObject" Target="../embeddings/oleObject6.bin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3.xml"/><Relationship Id="rId6" Type="http://schemas.openxmlformats.org/officeDocument/2006/relationships/image" Target="../media/image10.emf"/><Relationship Id="rId5" Type="http://schemas.openxmlformats.org/officeDocument/2006/relationships/image" Target="../media/image9.emf"/><Relationship Id="rId4" Type="http://schemas.openxmlformats.org/officeDocument/2006/relationships/image" Target="../media/image4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4.xml"/><Relationship Id="rId6" Type="http://schemas.openxmlformats.org/officeDocument/2006/relationships/image" Target="../media/image10.emf"/><Relationship Id="rId5" Type="http://schemas.openxmlformats.org/officeDocument/2006/relationships/image" Target="../media/image9.emf"/><Relationship Id="rId4" Type="http://schemas.openxmlformats.org/officeDocument/2006/relationships/image" Target="../media/image4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5.xml"/><Relationship Id="rId6" Type="http://schemas.openxmlformats.org/officeDocument/2006/relationships/image" Target="../media/image10.emf"/><Relationship Id="rId5" Type="http://schemas.openxmlformats.org/officeDocument/2006/relationships/image" Target="../media/image9.emf"/><Relationship Id="rId4" Type="http://schemas.openxmlformats.org/officeDocument/2006/relationships/image" Target="../media/image4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7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(B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A152908A-8DD9-EB21-D479-4236FF2AC76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40108329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1" imgH="501" progId="TCLayout.ActiveDocument.1">
                  <p:embed/>
                </p:oleObj>
              </mc:Choice>
              <mc:Fallback>
                <p:oleObj name="think-cell Slide" r:id="rId4" imgW="501" imgH="501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152908A-8DD9-EB21-D479-4236FF2AC7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Do not remove" hidden="1">
            <a:extLst>
              <a:ext uri="{FF2B5EF4-FFF2-40B4-BE49-F238E27FC236}">
                <a16:creationId xmlns:a16="http://schemas.microsoft.com/office/drawing/2014/main" id="{F6669212-A33D-4C67-A7FA-4DB314F2A573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 sz="2659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31516" y="1739676"/>
            <a:ext cx="4695717" cy="2387600"/>
          </a:xfrm>
        </p:spPr>
        <p:txBody>
          <a:bodyPr vert="horz" anchor="b">
            <a:normAutofit/>
          </a:bodyPr>
          <a:lstStyle>
            <a:lvl1pPr algn="l" rtl="0">
              <a:lnSpc>
                <a:spcPct val="95000"/>
              </a:lnSpc>
              <a:defRPr sz="3727" b="1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14" name="Tijdelijke aanduiding voor afbeelding 13"/>
          <p:cNvSpPr>
            <a:spLocks noGrp="1"/>
          </p:cNvSpPr>
          <p:nvPr>
            <p:ph type="pic" sz="quarter" idx="10"/>
          </p:nvPr>
        </p:nvSpPr>
        <p:spPr>
          <a:xfrm>
            <a:off x="6921494" y="2"/>
            <a:ext cx="5270507" cy="6857999"/>
          </a:xfrm>
          <a:custGeom>
            <a:avLst/>
            <a:gdLst>
              <a:gd name="connsiteX0" fmla="*/ 222245 w 6995946"/>
              <a:gd name="connsiteY0" fmla="*/ 0 h 10158412"/>
              <a:gd name="connsiteX1" fmla="*/ 6995946 w 6995946"/>
              <a:gd name="connsiteY1" fmla="*/ 0 h 10158412"/>
              <a:gd name="connsiteX2" fmla="*/ 6995946 w 6995946"/>
              <a:gd name="connsiteY2" fmla="*/ 10158412 h 10158412"/>
              <a:gd name="connsiteX3" fmla="*/ 1379646 w 6995946"/>
              <a:gd name="connsiteY3" fmla="*/ 10158412 h 10158412"/>
              <a:gd name="connsiteX4" fmla="*/ 1349932 w 6995946"/>
              <a:gd name="connsiteY4" fmla="*/ 10085685 h 10158412"/>
              <a:gd name="connsiteX5" fmla="*/ 0 w 6995946"/>
              <a:gd name="connsiteY5" fmla="*/ 2949553 h 10158412"/>
              <a:gd name="connsiteX6" fmla="*/ 156361 w 6995946"/>
              <a:gd name="connsiteY6" fmla="*/ 470839 h 10158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995946" h="10158412">
                <a:moveTo>
                  <a:pt x="222245" y="0"/>
                </a:moveTo>
                <a:lnTo>
                  <a:pt x="6995946" y="0"/>
                </a:lnTo>
                <a:lnTo>
                  <a:pt x="6995946" y="10158412"/>
                </a:lnTo>
                <a:lnTo>
                  <a:pt x="1379646" y="10158412"/>
                </a:lnTo>
                <a:lnTo>
                  <a:pt x="1349932" y="10085685"/>
                </a:lnTo>
                <a:cubicBezTo>
                  <a:pt x="478637" y="7876086"/>
                  <a:pt x="0" y="5468715"/>
                  <a:pt x="0" y="2949553"/>
                </a:cubicBezTo>
                <a:cubicBezTo>
                  <a:pt x="0" y="2109833"/>
                  <a:pt x="53182" y="1282533"/>
                  <a:pt x="156361" y="470839"/>
                </a:cubicBezTo>
                <a:close/>
              </a:path>
            </a:pathLst>
          </a:custGeom>
          <a:solidFill>
            <a:srgbClr val="EBF9FF"/>
          </a:solidFill>
        </p:spPr>
        <p:txBody>
          <a:bodyPr wrap="square">
            <a:noAutofit/>
          </a:bodyPr>
          <a:lstStyle>
            <a:lvl1pPr marL="0" indent="0" algn="ctr" rtl="0">
              <a:buFont typeface="Arial" panose="020B0604020202020204" pitchFamily="34" charset="0"/>
              <a:buNone/>
              <a:defRPr/>
            </a:lvl1pPr>
          </a:lstStyle>
          <a:p>
            <a:r>
              <a:rPr lang="nl-NL" dirty="0"/>
              <a:t>Klik op het pictogram als u een afbeelding wilt toevoegen</a:t>
            </a:r>
          </a:p>
        </p:txBody>
      </p:sp>
      <p:sp>
        <p:nvSpPr>
          <p:cNvPr id="18" name="Tekstvak 17">
            <a:extLst>
              <a:ext uri="{FF2B5EF4-FFF2-40B4-BE49-F238E27FC236}">
                <a16:creationId xmlns:a16="http://schemas.microsoft.com/office/drawing/2014/main" id="{EC5EA6FD-E97F-4986-9799-2ECD1E27763E}"/>
              </a:ext>
            </a:extLst>
          </p:cNvPr>
          <p:cNvSpPr txBox="1"/>
          <p:nvPr/>
        </p:nvSpPr>
        <p:spPr>
          <a:xfrm>
            <a:off x="12337895" y="-36096"/>
            <a:ext cx="2088000" cy="3395915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340" rtlCol="0">
            <a:spAutoFit/>
          </a:bodyPr>
          <a:lstStyle/>
          <a:p>
            <a:pPr rtl="0">
              <a:lnSpc>
                <a:spcPct val="120000"/>
              </a:lnSpc>
            </a:pPr>
            <a:r>
              <a:rPr lang="nl-NL" sz="993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INVOEGEN</a:t>
            </a:r>
          </a:p>
          <a:p>
            <a:pPr marL="0" marR="0" lvl="0" indent="0" algn="l" defTabSz="908419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sz="895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het afbeeldings-pictogram in het midden van het fotovak en voeg de gewenste foto in.</a:t>
            </a:r>
            <a:endParaRPr lang="nl-NL" sz="895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lnSpc>
                <a:spcPct val="120000"/>
              </a:lnSpc>
            </a:pPr>
            <a:endParaRPr lang="nl-NL" sz="895" b="1" cap="all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lnSpc>
                <a:spcPct val="120000"/>
              </a:lnSpc>
            </a:pPr>
            <a:r>
              <a:rPr lang="nl-NL" sz="993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VERVANGEN</a:t>
            </a:r>
          </a:p>
          <a:p>
            <a:pPr marL="107293" indent="-107293" rtl="0">
              <a:lnSpc>
                <a:spcPct val="120000"/>
              </a:lnSpc>
              <a:buFont typeface="+mj-lt"/>
              <a:buAutoNum type="arabicPeriod"/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foto.</a:t>
            </a:r>
          </a:p>
          <a:p>
            <a:pPr marL="107293" indent="-107293" rtl="0">
              <a:lnSpc>
                <a:spcPct val="120000"/>
              </a:lnSpc>
              <a:buFont typeface="+mj-lt"/>
              <a:buAutoNum type="arabicPeriod"/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Verwijder de foto door op </a:t>
            </a:r>
            <a:r>
              <a:rPr lang="nl-NL" sz="895" b="0" u="sng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Delete</a:t>
            </a:r>
            <a:r>
              <a:rPr lang="nl-NL" sz="895" b="1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sz="895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 drukken.</a:t>
            </a:r>
          </a:p>
          <a:p>
            <a:pPr marL="107293" indent="-107293" rtl="0">
              <a:lnSpc>
                <a:spcPct val="120000"/>
              </a:lnSpc>
              <a:buFont typeface="+mj-lt"/>
              <a:buAutoNum type="arabicPeriod"/>
            </a:pPr>
            <a:r>
              <a:rPr lang="nl-NL" sz="895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het afbeeldings-pictogram en voeg de gewenste foto in.</a:t>
            </a:r>
            <a:endParaRPr lang="nl-NL" sz="895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lnSpc>
                <a:spcPct val="120000"/>
              </a:lnSpc>
            </a:pPr>
            <a:endParaRPr lang="nl-NL" sz="895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lnSpc>
                <a:spcPct val="120000"/>
              </a:lnSpc>
            </a:pPr>
            <a:r>
              <a:rPr lang="nl-NL" sz="993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BIJSNIJDEN</a:t>
            </a:r>
          </a:p>
          <a:p>
            <a:pPr marL="107293" indent="-107293" rtl="0">
              <a:lnSpc>
                <a:spcPct val="120000"/>
              </a:lnSpc>
              <a:buFont typeface="+mj-lt"/>
              <a:buAutoNum type="arabicPeriod"/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foto.</a:t>
            </a:r>
          </a:p>
          <a:p>
            <a:pPr marL="107293" indent="-107293" rtl="0">
              <a:lnSpc>
                <a:spcPct val="120000"/>
              </a:lnSpc>
              <a:buFont typeface="+mj-lt"/>
              <a:buAutoNum type="arabicPeriod"/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knop </a:t>
            </a:r>
            <a:r>
              <a:rPr lang="nl-NL" sz="895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Foto bijsnijden</a:t>
            </a: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07293" indent="-107293" rtl="0">
              <a:lnSpc>
                <a:spcPct val="120000"/>
              </a:lnSpc>
              <a:buFont typeface="+mj-lt"/>
              <a:buAutoNum type="arabicPeriod"/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Houd eventueel de </a:t>
            </a:r>
            <a:r>
              <a:rPr lang="nl-NL" sz="895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Shift-toets</a:t>
            </a: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ingedrukt en sleep de foto zodat het juiste deel van de foto wordt getoond. </a:t>
            </a:r>
          </a:p>
          <a:p>
            <a:pPr marL="107293" indent="-107293" rtl="0">
              <a:lnSpc>
                <a:spcPct val="120000"/>
              </a:lnSpc>
              <a:buFont typeface="+mj-lt"/>
              <a:buAutoNum type="arabicPeriod"/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naast de dia.</a:t>
            </a:r>
          </a:p>
        </p:txBody>
      </p:sp>
      <p:sp>
        <p:nvSpPr>
          <p:cNvPr id="7" name="Rechthoek 6">
            <a:extLst>
              <a:ext uri="{FF2B5EF4-FFF2-40B4-BE49-F238E27FC236}">
                <a16:creationId xmlns:a16="http://schemas.microsoft.com/office/drawing/2014/main" id="{DA57C3E4-7B36-4108-AAB5-5B73F8B1ADB8}"/>
              </a:ext>
            </a:extLst>
          </p:cNvPr>
          <p:cNvSpPr/>
          <p:nvPr/>
        </p:nvSpPr>
        <p:spPr>
          <a:xfrm>
            <a:off x="1335179" y="0"/>
            <a:ext cx="1211736" cy="1253924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0"/>
            <a:endParaRPr lang="nl-NL" sz="1211" dirty="0"/>
          </a:p>
        </p:txBody>
      </p:sp>
      <p:pic>
        <p:nvPicPr>
          <p:cNvPr id="8" name="Afbeelding 7" descr="Afbeelding met tekening&#10;&#10;Automatisch gegenereerde beschrijving">
            <a:extLst>
              <a:ext uri="{FF2B5EF4-FFF2-40B4-BE49-F238E27FC236}">
                <a16:creationId xmlns:a16="http://schemas.microsoft.com/office/drawing/2014/main" id="{64013F35-4409-43EE-BB76-3552393091C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9104" y="196871"/>
            <a:ext cx="707048" cy="866540"/>
          </a:xfrm>
          <a:prstGeom prst="rect">
            <a:avLst/>
          </a:prstGeom>
        </p:spPr>
      </p:pic>
      <p:sp>
        <p:nvSpPr>
          <p:cNvPr id="10" name="Tijdelijke aanduiding voor tekst 6">
            <a:extLst>
              <a:ext uri="{FF2B5EF4-FFF2-40B4-BE49-F238E27FC236}">
                <a16:creationId xmlns:a16="http://schemas.microsoft.com/office/drawing/2014/main" id="{8E5ECA76-BEF6-46C0-AE5A-CA88168826C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31515" y="4351876"/>
            <a:ext cx="4696178" cy="2152034"/>
          </a:xfrm>
        </p:spPr>
        <p:txBody>
          <a:bodyPr>
            <a:noAutofit/>
          </a:bodyPr>
          <a:lstStyle>
            <a:lvl1pPr rtl="0">
              <a:lnSpc>
                <a:spcPct val="95000"/>
              </a:lnSpc>
              <a:defRPr sz="2355">
                <a:solidFill>
                  <a:schemeClr val="accent2"/>
                </a:solidFill>
                <a:latin typeface="+mn-lt"/>
              </a:defRPr>
            </a:lvl1pPr>
            <a:lvl2pPr>
              <a:defRPr sz="2355"/>
            </a:lvl2pPr>
            <a:lvl3pPr>
              <a:defRPr sz="2355"/>
            </a:lvl3pPr>
            <a:lvl4pPr>
              <a:defRPr sz="2355"/>
            </a:lvl4pPr>
            <a:lvl5pPr>
              <a:defRPr sz="2355"/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</p:txBody>
      </p:sp>
    </p:spTree>
    <p:extLst>
      <p:ext uri="{BB962C8B-B14F-4D97-AF65-F5344CB8AC3E}">
        <p14:creationId xmlns:p14="http://schemas.microsoft.com/office/powerpoint/2010/main" val="23055795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Do not remove" hidden="1">
            <a:extLst>
              <a:ext uri="{FF2B5EF4-FFF2-40B4-BE49-F238E27FC236}">
                <a16:creationId xmlns:a16="http://schemas.microsoft.com/office/drawing/2014/main" id="{BCEF58F7-93C1-0017-28D7-1D6DA445AD6D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8601" cy="8574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 sz="1800" dirty="0"/>
          </a:p>
        </p:txBody>
      </p:sp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40DB192B-D5E5-44F5-B44E-22ACE5120C9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787150660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40DB192B-D5E5-44F5-B44E-22ACE5120C9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hthoek 3" hidden="1">
            <a:extLst>
              <a:ext uri="{FF2B5EF4-FFF2-40B4-BE49-F238E27FC236}">
                <a16:creationId xmlns:a16="http://schemas.microsoft.com/office/drawing/2014/main" id="{2F1C9A3A-2647-41D3-86B0-98D96592B873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nl-NL" sz="2393" b="1" i="0" baseline="0" dirty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26571" y="1916113"/>
            <a:ext cx="10354204" cy="4196353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</a:lstStyle>
          <a:p>
            <a:pPr lvl="0"/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edit</a:t>
            </a:r>
            <a:r>
              <a:rPr lang="nl-NL" dirty="0"/>
              <a:t> Master </a:t>
            </a:r>
            <a:r>
              <a:rPr lang="nl-NL" dirty="0" err="1"/>
              <a:t>text</a:t>
            </a:r>
            <a:r>
              <a:rPr lang="nl-NL" dirty="0"/>
              <a:t> </a:t>
            </a:r>
            <a:r>
              <a:rPr lang="nl-NL" dirty="0" err="1"/>
              <a:t>styles</a:t>
            </a:r>
            <a:endParaRPr lang="nl-NL" dirty="0"/>
          </a:p>
          <a:p>
            <a:pPr lvl="1"/>
            <a:r>
              <a:rPr lang="nl-NL" dirty="0"/>
              <a:t>Second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nl-NL"/>
              <a:t>Resultaten gebaseerd op eigen berekeningen van Ahti op basis van niet-openbare Microdata van het Centraal Bureau voor de Statistiek.</a:t>
            </a:r>
            <a:endParaRPr lang="nl-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70FFB0E3-3C17-45B7-B57C-242D1BA88276}" type="slidenum">
              <a:rPr lang="nl-NL" smtClean="0"/>
              <a:pPr/>
              <a:t>‹nr.›</a:t>
            </a:fld>
            <a:endParaRPr lang="nl-NL" dirty="0"/>
          </a:p>
        </p:txBody>
      </p:sp>
      <p:grpSp>
        <p:nvGrpSpPr>
          <p:cNvPr id="8" name="Groep 7">
            <a:extLst>
              <a:ext uri="{FF2B5EF4-FFF2-40B4-BE49-F238E27FC236}">
                <a16:creationId xmlns:a16="http://schemas.microsoft.com/office/drawing/2014/main" id="{2A3A2B01-113B-4C33-AA49-A5A6EDE24E80}"/>
              </a:ext>
            </a:extLst>
          </p:cNvPr>
          <p:cNvGrpSpPr/>
          <p:nvPr/>
        </p:nvGrpSpPr>
        <p:grpSpPr>
          <a:xfrm>
            <a:off x="1076" y="1"/>
            <a:ext cx="12190925" cy="6858531"/>
            <a:chOff x="1588" y="0"/>
            <a:chExt cx="18000662" cy="10159200"/>
          </a:xfrm>
        </p:grpSpPr>
        <p:pic>
          <p:nvPicPr>
            <p:cNvPr id="10" name="Afbeelding 9">
              <a:extLst>
                <a:ext uri="{FF2B5EF4-FFF2-40B4-BE49-F238E27FC236}">
                  <a16:creationId xmlns:a16="http://schemas.microsoft.com/office/drawing/2014/main" id="{C367E29F-2C80-4F26-BB2F-68BA9185DEC4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11" name="Afbeelding 10">
              <a:extLst>
                <a:ext uri="{FF2B5EF4-FFF2-40B4-BE49-F238E27FC236}">
                  <a16:creationId xmlns:a16="http://schemas.microsoft.com/office/drawing/2014/main" id="{8CBE303B-03C1-4CEC-B095-F75B3D9E9A5C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793857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Do not remove" hidden="1">
            <a:extLst>
              <a:ext uri="{FF2B5EF4-FFF2-40B4-BE49-F238E27FC236}">
                <a16:creationId xmlns:a16="http://schemas.microsoft.com/office/drawing/2014/main" id="{82B9CFF0-AB35-B0AB-11FC-BC33F5172617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8601" cy="8574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 sz="1800" dirty="0"/>
          </a:p>
        </p:txBody>
      </p:sp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9795333E-4196-4B8D-B408-4C63349C269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571635205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9795333E-4196-4B8D-B408-4C63349C26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hoek 1" hidden="1">
            <a:extLst>
              <a:ext uri="{FF2B5EF4-FFF2-40B4-BE49-F238E27FC236}">
                <a16:creationId xmlns:a16="http://schemas.microsoft.com/office/drawing/2014/main" id="{5135DB40-77B6-4DB8-B6B9-9E2748DC697A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nl-NL" sz="2393" b="1" i="0" baseline="0" dirty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5056744" y="6952166"/>
            <a:ext cx="880401" cy="184134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endParaRPr lang="nl-NL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nl-NL"/>
              <a:t>Resultaten gebaseerd op eigen berekeningen van Ahti op basis van niet-openbare Microdata van het Centraal Bureau voor de Statistiek.</a:t>
            </a:r>
            <a:endParaRPr lang="nl-NL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70FFB0E3-3C17-45B7-B57C-242D1BA88276}" type="slidenum">
              <a:rPr lang="nl-NL" smtClean="0"/>
              <a:pPr/>
              <a:t>‹nr.›</a:t>
            </a:fld>
            <a:endParaRPr lang="nl-NL" dirty="0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 userDrawn="1"/>
        </p:nvGrpSpPr>
        <p:grpSpPr>
          <a:xfrm>
            <a:off x="1076" y="1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5F1BD43B-C994-4D36-A2AF-84B37ADB6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nl-NL" dirty="0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8344119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rt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158F948D-D74C-6309-92C5-780970FA007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71423557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01" imgH="501" progId="TCLayout.ActiveDocument.1">
                  <p:embed/>
                </p:oleObj>
              </mc:Choice>
              <mc:Fallback>
                <p:oleObj name="think-cell Slide" r:id="rId3" imgW="501" imgH="501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58F948D-D74C-6309-92C5-780970FA007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Afbeelding 4">
            <a:extLst>
              <a:ext uri="{FF2B5EF4-FFF2-40B4-BE49-F238E27FC236}">
                <a16:creationId xmlns:a16="http://schemas.microsoft.com/office/drawing/2014/main" id="{712F95B7-2130-4571-9696-891B52F7B05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36601" y="1376328"/>
            <a:ext cx="3004497" cy="3682238"/>
          </a:xfrm>
          <a:prstGeom prst="rect">
            <a:avLst/>
          </a:prstGeom>
        </p:spPr>
      </p:pic>
      <p:sp>
        <p:nvSpPr>
          <p:cNvPr id="9" name="Tekstvak 8">
            <a:extLst>
              <a:ext uri="{FF2B5EF4-FFF2-40B4-BE49-F238E27FC236}">
                <a16:creationId xmlns:a16="http://schemas.microsoft.com/office/drawing/2014/main" id="{8DE852AB-BD76-499B-839A-BF2FDF6FAB17}"/>
              </a:ext>
            </a:extLst>
          </p:cNvPr>
          <p:cNvSpPr txBox="1"/>
          <p:nvPr/>
        </p:nvSpPr>
        <p:spPr>
          <a:xfrm>
            <a:off x="3592996" y="5395935"/>
            <a:ext cx="5026010" cy="4258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>
              <a:lnSpc>
                <a:spcPct val="110000"/>
              </a:lnSpc>
            </a:pPr>
            <a:r>
              <a:rPr lang="nl-NL" sz="2153" b="1" dirty="0" err="1">
                <a:solidFill>
                  <a:srgbClr val="5A5A5C"/>
                </a:solidFill>
                <a:latin typeface="+mj-lt"/>
              </a:rPr>
              <a:t>Achieving</a:t>
            </a:r>
            <a:r>
              <a:rPr lang="nl-NL" sz="2153" b="1" dirty="0">
                <a:solidFill>
                  <a:srgbClr val="5A5A5C"/>
                </a:solidFill>
                <a:latin typeface="+mj-lt"/>
              </a:rPr>
              <a:t> </a:t>
            </a:r>
            <a:r>
              <a:rPr lang="nl-NL" sz="2153" b="1" dirty="0" err="1">
                <a:solidFill>
                  <a:srgbClr val="5A5A5C"/>
                </a:solidFill>
                <a:latin typeface="+mj-lt"/>
              </a:rPr>
              <a:t>better</a:t>
            </a:r>
            <a:r>
              <a:rPr lang="nl-NL" sz="2153" b="1" dirty="0">
                <a:solidFill>
                  <a:srgbClr val="5A5A5C"/>
                </a:solidFill>
                <a:latin typeface="+mj-lt"/>
              </a:rPr>
              <a:t> health</a:t>
            </a:r>
          </a:p>
        </p:txBody>
      </p:sp>
    </p:spTree>
    <p:extLst>
      <p:ext uri="{BB962C8B-B14F-4D97-AF65-F5344CB8AC3E}">
        <p14:creationId xmlns:p14="http://schemas.microsoft.com/office/powerpoint/2010/main" val="20439035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99">
          <p15:clr>
            <a:srgbClr val="FBAE40"/>
          </p15:clr>
        </p15:guide>
        <p15:guide id="2" pos="567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F12BB4C-1063-4CED-AB13-50851ADE0F2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98507497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F12BB4C-1063-4CED-AB13-50851ADE0F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hoek 2" hidden="1">
            <a:extLst>
              <a:ext uri="{FF2B5EF4-FFF2-40B4-BE49-F238E27FC236}">
                <a16:creationId xmlns:a16="http://schemas.microsoft.com/office/drawing/2014/main" id="{3019635F-5222-42EE-8B42-C3DED0B4FD0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nl-NL" sz="2393" b="0" i="0" baseline="0" dirty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1226" y="811747"/>
            <a:ext cx="10369550" cy="2242911"/>
          </a:xfrm>
        </p:spPr>
        <p:txBody>
          <a:bodyPr vert="horz"/>
          <a:lstStyle>
            <a:lvl1pPr rtl="0">
              <a:defRPr b="0"/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nl-NL"/>
              <a:t>Resultaten gebaseerd op eigen berekeningen van Ahti op basis van niet-openbare Microdata van het Centraal Bureau voor de Statistiek.</a:t>
            </a:r>
            <a:endParaRPr lang="nl-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70FFB0E3-3C17-45B7-B57C-242D1BA88276}" type="slidenum">
              <a:rPr lang="nl-NL" smtClean="0"/>
              <a:pPr/>
              <a:t>‹nr.›</a:t>
            </a:fld>
            <a:endParaRPr lang="nl-NL" dirty="0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EC5EA6FD-E97F-4986-9799-2ECD1E27763E}"/>
              </a:ext>
            </a:extLst>
          </p:cNvPr>
          <p:cNvSpPr txBox="1"/>
          <p:nvPr/>
        </p:nvSpPr>
        <p:spPr>
          <a:xfrm>
            <a:off x="12337895" y="-36096"/>
            <a:ext cx="2088000" cy="1706734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340" rtlCol="0">
            <a:spAutoFit/>
          </a:bodyPr>
          <a:lstStyle/>
          <a:p>
            <a:pPr rtl="0">
              <a:lnSpc>
                <a:spcPct val="120000"/>
              </a:lnSpc>
            </a:pPr>
            <a:r>
              <a:rPr lang="nl-NL" sz="993" b="1" cap="all" baseline="0" noProof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TEKST OPMAKEN</a:t>
            </a:r>
          </a:p>
          <a:p>
            <a:pPr rtl="0">
              <a:lnSpc>
                <a:spcPct val="120000"/>
              </a:lnSpc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de </a:t>
            </a:r>
            <a:r>
              <a:rPr lang="nl-NL" sz="895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Tekstopmaak-knoppen </a:t>
            </a: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om de juiste tekstopmaak te kiezen. Kies uit de volgende niveaus:</a:t>
            </a:r>
          </a:p>
          <a:p>
            <a:pPr rtl="0">
              <a:lnSpc>
                <a:spcPct val="120000"/>
              </a:lnSpc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1=Normale tekst</a:t>
            </a:r>
          </a:p>
          <a:p>
            <a:pPr rtl="0">
              <a:lnSpc>
                <a:spcPct val="120000"/>
              </a:lnSpc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2=Inspring met bullet</a:t>
            </a:r>
          </a:p>
          <a:p>
            <a:pPr rtl="0">
              <a:lnSpc>
                <a:spcPct val="120000"/>
              </a:lnSpc>
            </a:pPr>
            <a:endParaRPr lang="nl-NL" sz="895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lnSpc>
                <a:spcPct val="120000"/>
              </a:lnSpc>
            </a:pPr>
            <a:r>
              <a:rPr lang="nl-NL" sz="895" u="sng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niet de Tab-toets!</a:t>
            </a:r>
          </a:p>
          <a:p>
            <a:pPr rtl="0">
              <a:lnSpc>
                <a:spcPct val="120000"/>
              </a:lnSpc>
            </a:pPr>
            <a:endParaRPr lang="nl-NL" sz="895" u="sng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E7AD2355-E409-4097-9ACB-8D4CC7669A0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96197" y="3248854"/>
            <a:ext cx="4995226" cy="2863612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98704D24-9BD4-4818-8BE8-C1C13B6D5D3F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285549" y="3248854"/>
            <a:ext cx="4995226" cy="2863612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23465336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e met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3D8E57C4-A855-4C64-89C8-79272F5879F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65487677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3D8E57C4-A855-4C64-89C8-79272F5879F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hoek 2" hidden="1">
            <a:extLst>
              <a:ext uri="{FF2B5EF4-FFF2-40B4-BE49-F238E27FC236}">
                <a16:creationId xmlns:a16="http://schemas.microsoft.com/office/drawing/2014/main" id="{15770641-A7D3-495E-8BFB-0F5C49D40DF1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nl-NL" sz="2393" b="1" i="0" baseline="0" dirty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1904" y="811748"/>
            <a:ext cx="4995374" cy="1083523"/>
          </a:xfrm>
        </p:spPr>
        <p:txBody>
          <a:bodyPr vert="horz"/>
          <a:lstStyle>
            <a:lvl1pPr rtl="0">
              <a:defRPr b="1"/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70FFB0E3-3C17-45B7-B57C-242D1BA88276}" type="slidenum">
              <a:rPr lang="nl-NL" smtClean="0"/>
              <a:pPr/>
              <a:t>‹nr.›</a:t>
            </a:fld>
            <a:endParaRPr lang="nl-NL" dirty="0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EC5EA6FD-E97F-4986-9799-2ECD1E27763E}"/>
              </a:ext>
            </a:extLst>
          </p:cNvPr>
          <p:cNvSpPr txBox="1"/>
          <p:nvPr/>
        </p:nvSpPr>
        <p:spPr>
          <a:xfrm>
            <a:off x="12337895" y="-36096"/>
            <a:ext cx="2088000" cy="1706734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340" rtlCol="0">
            <a:spAutoFit/>
          </a:bodyPr>
          <a:lstStyle/>
          <a:p>
            <a:pPr rtl="0">
              <a:lnSpc>
                <a:spcPct val="120000"/>
              </a:lnSpc>
            </a:pPr>
            <a:r>
              <a:rPr lang="nl-NL" sz="993" b="1" cap="all" baseline="0" noProof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TEKST OPMAKEN</a:t>
            </a:r>
          </a:p>
          <a:p>
            <a:pPr rtl="0">
              <a:lnSpc>
                <a:spcPct val="120000"/>
              </a:lnSpc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de </a:t>
            </a:r>
            <a:r>
              <a:rPr lang="nl-NL" sz="895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Tekstopmaak-knoppen </a:t>
            </a: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om de juiste tekstopmaak te kiezen. Kies uit de volgende niveaus:</a:t>
            </a:r>
          </a:p>
          <a:p>
            <a:pPr rtl="0">
              <a:lnSpc>
                <a:spcPct val="120000"/>
              </a:lnSpc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1=Normale tekst</a:t>
            </a:r>
          </a:p>
          <a:p>
            <a:pPr rtl="0">
              <a:lnSpc>
                <a:spcPct val="120000"/>
              </a:lnSpc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2=Inspring met bullet</a:t>
            </a:r>
          </a:p>
          <a:p>
            <a:pPr rtl="0">
              <a:lnSpc>
                <a:spcPct val="120000"/>
              </a:lnSpc>
            </a:pPr>
            <a:endParaRPr lang="nl-NL" sz="895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lnSpc>
                <a:spcPct val="120000"/>
              </a:lnSpc>
            </a:pPr>
            <a:r>
              <a:rPr lang="nl-NL" sz="895" u="sng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niet de Tab-toets!</a:t>
            </a:r>
          </a:p>
          <a:p>
            <a:pPr rtl="0">
              <a:lnSpc>
                <a:spcPct val="120000"/>
              </a:lnSpc>
            </a:pPr>
            <a:endParaRPr lang="nl-NL" sz="895" u="sng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jdelijke aanduiding voor afbeelding 15">
            <a:extLst>
              <a:ext uri="{FF2B5EF4-FFF2-40B4-BE49-F238E27FC236}">
                <a16:creationId xmlns:a16="http://schemas.microsoft.com/office/drawing/2014/main" id="{65881213-7370-4484-AC51-C2269F145CC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" y="2"/>
            <a:ext cx="5050589" cy="6857999"/>
          </a:xfrm>
          <a:custGeom>
            <a:avLst/>
            <a:gdLst>
              <a:gd name="connsiteX0" fmla="*/ 0 w 7385318"/>
              <a:gd name="connsiteY0" fmla="*/ 0 h 10158412"/>
              <a:gd name="connsiteX1" fmla="*/ 5969510 w 7385318"/>
              <a:gd name="connsiteY1" fmla="*/ 0 h 10158412"/>
              <a:gd name="connsiteX2" fmla="*/ 6081178 w 7385318"/>
              <a:gd name="connsiteY2" fmla="*/ 273312 h 10158412"/>
              <a:gd name="connsiteX3" fmla="*/ 7385318 w 7385318"/>
              <a:gd name="connsiteY3" fmla="*/ 7167378 h 10158412"/>
              <a:gd name="connsiteX4" fmla="*/ 7168681 w 7385318"/>
              <a:gd name="connsiteY4" fmla="*/ 10030673 h 10158412"/>
              <a:gd name="connsiteX5" fmla="*/ 7147518 w 7385318"/>
              <a:gd name="connsiteY5" fmla="*/ 10158412 h 10158412"/>
              <a:gd name="connsiteX6" fmla="*/ 0 w 7385318"/>
              <a:gd name="connsiteY6" fmla="*/ 10158412 h 10158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385318" h="10158412">
                <a:moveTo>
                  <a:pt x="0" y="0"/>
                </a:moveTo>
                <a:lnTo>
                  <a:pt x="5969510" y="0"/>
                </a:lnTo>
                <a:lnTo>
                  <a:pt x="6081178" y="273312"/>
                </a:lnTo>
                <a:cubicBezTo>
                  <a:pt x="6922917" y="2407959"/>
                  <a:pt x="7385318" y="4733669"/>
                  <a:pt x="7385318" y="7167378"/>
                </a:cubicBezTo>
                <a:cubicBezTo>
                  <a:pt x="7385318" y="8140862"/>
                  <a:pt x="7311334" y="9097065"/>
                  <a:pt x="7168681" y="10030673"/>
                </a:cubicBezTo>
                <a:lnTo>
                  <a:pt x="7147518" y="10158412"/>
                </a:lnTo>
                <a:lnTo>
                  <a:pt x="0" y="10158412"/>
                </a:lnTo>
                <a:close/>
              </a:path>
            </a:pathLst>
          </a:custGeom>
          <a:solidFill>
            <a:srgbClr val="EBF9FF"/>
          </a:solidFill>
        </p:spPr>
        <p:txBody>
          <a:bodyPr wrap="square">
            <a:noAutofit/>
          </a:bodyPr>
          <a:lstStyle>
            <a:lvl1pPr marL="0" indent="0" algn="ctr" rtl="0">
              <a:buFont typeface="Arial" panose="020B0604020202020204" pitchFamily="34" charset="0"/>
              <a:buNone/>
              <a:defRPr/>
            </a:lvl1pPr>
          </a:lstStyle>
          <a:p>
            <a:r>
              <a:rPr lang="nl-NL" dirty="0"/>
              <a:t>Klik op het pictogram als u een afbeelding wilt toevoegen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3564997-162D-4341-8D5F-57F8B3B5BBF9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6291905" y="2056062"/>
            <a:ext cx="4995226" cy="4056404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2433266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F12BA317-CB49-4111-BC65-61225EAE32D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45189025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F12BA317-CB49-4111-BC65-61225EAE32D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C708D3B-96BA-49AC-A318-6A1EC49A260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 sz="2659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5056744" y="6952166"/>
            <a:ext cx="880401" cy="184134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endParaRPr lang="nl-NL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nl-NL"/>
              <a:t>Resultaten gebaseerd op eigen berekeningen van Ahti op basis van niet-openbare Microdata van het Centraal Bureau voor de Statistiek.</a:t>
            </a:r>
            <a:endParaRPr lang="nl-NL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70FFB0E3-3C17-45B7-B57C-242D1BA88276}" type="slidenum">
              <a:rPr lang="nl-NL" smtClean="0"/>
              <a:pPr/>
              <a:t>‹nr.›</a:t>
            </a:fld>
            <a:endParaRPr lang="nl-NL" dirty="0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6" y="1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F4B549BA-C827-4E6D-A333-EA477850B07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04241" y="3200401"/>
            <a:ext cx="8229600" cy="521677"/>
          </a:xfrm>
        </p:spPr>
        <p:txBody>
          <a:bodyPr>
            <a:noAutofit/>
          </a:bodyPr>
          <a:lstStyle>
            <a:lvl1pPr marL="512731" indent="-512731" rtl="0">
              <a:buFont typeface="+mj-lt"/>
              <a:buAutoNum type="alphaUcPeriod"/>
              <a:defRPr sz="1994" b="1">
                <a:solidFill>
                  <a:srgbClr val="009DDC"/>
                </a:solidFill>
                <a:latin typeface="+mn-lt"/>
                <a:cs typeface="Arial" panose="020B0604020202020204" pitchFamily="34" charset="0"/>
              </a:defRPr>
            </a:lvl1pPr>
            <a:lvl2pPr marL="514314" indent="-512731" rtl="0">
              <a:buFont typeface="+mj-lt"/>
              <a:buAutoNum type="arabicPeriod"/>
              <a:defRPr sz="1994">
                <a:solidFill>
                  <a:srgbClr val="009DDC"/>
                </a:solidFill>
                <a:latin typeface="+mn-lt"/>
                <a:cs typeface="Arial" panose="020B0604020202020204" pitchFamily="34" charset="0"/>
              </a:defRPr>
            </a:lvl2pPr>
          </a:lstStyle>
          <a:p>
            <a:pPr lvl="0"/>
            <a:r>
              <a:rPr lang="nl-NL" dirty="0" err="1"/>
              <a:t>Section</a:t>
            </a:r>
            <a:r>
              <a:rPr lang="nl-NL" dirty="0"/>
              <a:t> topic</a:t>
            </a:r>
          </a:p>
          <a:p>
            <a:pPr lvl="1"/>
            <a:r>
              <a:rPr lang="nl-NL" dirty="0" err="1"/>
              <a:t>Subsection</a:t>
            </a:r>
            <a:r>
              <a:rPr lang="nl-NL" dirty="0"/>
              <a:t> topic</a:t>
            </a:r>
          </a:p>
        </p:txBody>
      </p:sp>
    </p:spTree>
    <p:extLst>
      <p:ext uri="{BB962C8B-B14F-4D97-AF65-F5344CB8AC3E}">
        <p14:creationId xmlns:p14="http://schemas.microsoft.com/office/powerpoint/2010/main" val="32720845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17CB8B63-E6EC-41CD-8777-1A7BFC46027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53606679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17CB8B63-E6EC-41CD-8777-1A7BFC4602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C4C8372-F7FD-40C5-BD69-B372280C139E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 sz="2659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5056744" y="6952166"/>
            <a:ext cx="880401" cy="184134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endParaRPr lang="nl-NL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nl-NL"/>
              <a:t>Resultaten gebaseerd op eigen berekeningen van Ahti op basis van niet-openbare Microdata van het Centraal Bureau voor de Statistiek.</a:t>
            </a:r>
            <a:endParaRPr lang="nl-NL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70FFB0E3-3C17-45B7-B57C-242D1BA88276}" type="slidenum">
              <a:rPr lang="nl-NL" smtClean="0"/>
              <a:pPr/>
              <a:t>‹nr.›</a:t>
            </a:fld>
            <a:endParaRPr lang="nl-NL" dirty="0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6" y="1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grpSp>
        <p:nvGrpSpPr>
          <p:cNvPr id="12" name="Agenda Level 3" hidden="1">
            <a:extLst>
              <a:ext uri="{FF2B5EF4-FFF2-40B4-BE49-F238E27FC236}">
                <a16:creationId xmlns:a16="http://schemas.microsoft.com/office/drawing/2014/main" id="{5B0359CF-B858-41B9-B1EB-233C89B1B186}"/>
              </a:ext>
            </a:extLst>
          </p:cNvPr>
          <p:cNvGrpSpPr/>
          <p:nvPr userDrawn="1"/>
        </p:nvGrpSpPr>
        <p:grpSpPr>
          <a:xfrm>
            <a:off x="1956384" y="3840480"/>
            <a:ext cx="7329856" cy="369332"/>
            <a:chOff x="1356945" y="1998175"/>
            <a:chExt cx="7329856" cy="369332"/>
          </a:xfrm>
        </p:grpSpPr>
        <p:sp>
          <p:nvSpPr>
            <p:cNvPr id="13" name="DH Agenda 2 Topic" hidden="1">
              <a:extLst>
                <a:ext uri="{FF2B5EF4-FFF2-40B4-BE49-F238E27FC236}">
                  <a16:creationId xmlns:a16="http://schemas.microsoft.com/office/drawing/2014/main" id="{C384A691-12EE-494D-A05C-73C92A1AF8CD}"/>
                </a:ext>
              </a:extLst>
            </p:cNvPr>
            <p:cNvSpPr txBox="1"/>
            <p:nvPr userDrawn="1"/>
          </p:nvSpPr>
          <p:spPr>
            <a:xfrm>
              <a:off x="1356945" y="1998175"/>
              <a:ext cx="6796456" cy="369332"/>
            </a:xfrm>
            <a:prstGeom prst="rect">
              <a:avLst/>
            </a:prstGeom>
            <a:noFill/>
          </p:spPr>
          <p:txBody>
            <a:bodyPr wrap="square" tIns="0" bIns="0" rtlCol="0" anchor="ctr" anchorCtr="0">
              <a:noAutofit/>
            </a:bodyPr>
            <a:lstStyle/>
            <a:p>
              <a:pPr marL="344986" indent="-344986" rtl="0"/>
              <a:r>
                <a:rPr lang="nl-NL" sz="1794" dirty="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14" name="DH Agenda 2 Page" hidden="1">
              <a:extLst>
                <a:ext uri="{FF2B5EF4-FFF2-40B4-BE49-F238E27FC236}">
                  <a16:creationId xmlns:a16="http://schemas.microsoft.com/office/drawing/2014/main" id="{5AE81248-9AF0-449E-8C05-160AA7EA040D}"/>
                </a:ext>
              </a:extLst>
            </p:cNvPr>
            <p:cNvSpPr txBox="1"/>
            <p:nvPr userDrawn="1"/>
          </p:nvSpPr>
          <p:spPr>
            <a:xfrm>
              <a:off x="8153401" y="1998175"/>
              <a:ext cx="533400" cy="369332"/>
            </a:xfrm>
            <a:prstGeom prst="rect">
              <a:avLst/>
            </a:prstGeom>
            <a:noFill/>
          </p:spPr>
          <p:txBody>
            <a:bodyPr wrap="square" lIns="0" tIns="0" bIns="0" rtlCol="0" anchor="ctr" anchorCtr="0">
              <a:noAutofit/>
            </a:bodyPr>
            <a:lstStyle/>
            <a:p>
              <a:pPr algn="r" rtl="0"/>
              <a:r>
                <a:rPr lang="nl-NL" sz="1794" dirty="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</p:grpSp>
      <p:grpSp>
        <p:nvGrpSpPr>
          <p:cNvPr id="15" name="Agenda Level 2 Active" hidden="1">
            <a:extLst>
              <a:ext uri="{FF2B5EF4-FFF2-40B4-BE49-F238E27FC236}">
                <a16:creationId xmlns:a16="http://schemas.microsoft.com/office/drawing/2014/main" id="{9DF22DB4-5BC8-43B8-950B-42E48DA018C4}"/>
              </a:ext>
            </a:extLst>
          </p:cNvPr>
          <p:cNvGrpSpPr/>
          <p:nvPr userDrawn="1"/>
        </p:nvGrpSpPr>
        <p:grpSpPr>
          <a:xfrm>
            <a:off x="1505047" y="3388587"/>
            <a:ext cx="7781194" cy="369332"/>
            <a:chOff x="905607" y="2443707"/>
            <a:chExt cx="7781194" cy="369332"/>
          </a:xfrm>
        </p:grpSpPr>
        <p:sp>
          <p:nvSpPr>
            <p:cNvPr id="16" name="DH Agenda 2 Topic Active" hidden="1">
              <a:extLst>
                <a:ext uri="{FF2B5EF4-FFF2-40B4-BE49-F238E27FC236}">
                  <a16:creationId xmlns:a16="http://schemas.microsoft.com/office/drawing/2014/main" id="{6BD85BDE-0BC8-4BE4-A945-99D8149707C2}"/>
                </a:ext>
              </a:extLst>
            </p:cNvPr>
            <p:cNvSpPr txBox="1"/>
            <p:nvPr userDrawn="1"/>
          </p:nvSpPr>
          <p:spPr>
            <a:xfrm>
              <a:off x="1356945" y="2443707"/>
              <a:ext cx="6796456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91440" tIns="0" rIns="91440" bIns="0" rtlCol="0" anchor="ctr" anchorCtr="0">
              <a:noAutofit/>
            </a:bodyPr>
            <a:lstStyle/>
            <a:p>
              <a:pPr marL="344986" indent="-344986" rtl="0"/>
              <a:r>
                <a:rPr lang="nl-NL" sz="1794" b="1" dirty="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17" name="DH Agenda 2 Page Active" hidden="1">
              <a:extLst>
                <a:ext uri="{FF2B5EF4-FFF2-40B4-BE49-F238E27FC236}">
                  <a16:creationId xmlns:a16="http://schemas.microsoft.com/office/drawing/2014/main" id="{AF2ADD53-DC76-43FF-8E6F-4CC41A9636A0}"/>
                </a:ext>
              </a:extLst>
            </p:cNvPr>
            <p:cNvSpPr txBox="1"/>
            <p:nvPr userDrawn="1"/>
          </p:nvSpPr>
          <p:spPr>
            <a:xfrm>
              <a:off x="8153401" y="2443707"/>
              <a:ext cx="533400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0" tIns="0" bIns="0" rtlCol="0" anchor="ctr" anchorCtr="0">
              <a:noAutofit/>
            </a:bodyPr>
            <a:lstStyle/>
            <a:p>
              <a:pPr algn="r" rtl="0"/>
              <a:r>
                <a:rPr lang="nl-NL" sz="1794" b="1" dirty="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18" name="DH Agenda 2 Section Active" hidden="1">
              <a:extLst>
                <a:ext uri="{FF2B5EF4-FFF2-40B4-BE49-F238E27FC236}">
                  <a16:creationId xmlns:a16="http://schemas.microsoft.com/office/drawing/2014/main" id="{E09D3EF8-ED30-48B1-B16C-F972B40DD64F}"/>
                </a:ext>
              </a:extLst>
            </p:cNvPr>
            <p:cNvSpPr txBox="1"/>
            <p:nvPr userDrawn="1"/>
          </p:nvSpPr>
          <p:spPr>
            <a:xfrm>
              <a:off x="905607" y="2443707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rtl="0"/>
              <a:r>
                <a:rPr lang="nl-NL" sz="1794" b="1" dirty="0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grpSp>
        <p:nvGrpSpPr>
          <p:cNvPr id="19" name="Agenda Level 2" hidden="1">
            <a:extLst>
              <a:ext uri="{FF2B5EF4-FFF2-40B4-BE49-F238E27FC236}">
                <a16:creationId xmlns:a16="http://schemas.microsoft.com/office/drawing/2014/main" id="{51A6938B-688B-4AE3-A47B-8B7A3073EC17}"/>
              </a:ext>
            </a:extLst>
          </p:cNvPr>
          <p:cNvGrpSpPr/>
          <p:nvPr userDrawn="1"/>
        </p:nvGrpSpPr>
        <p:grpSpPr>
          <a:xfrm>
            <a:off x="1505047" y="2943055"/>
            <a:ext cx="7781194" cy="369332"/>
            <a:chOff x="905607" y="1998175"/>
            <a:chExt cx="7781194" cy="369332"/>
          </a:xfrm>
        </p:grpSpPr>
        <p:sp>
          <p:nvSpPr>
            <p:cNvPr id="20" name="DH Agenda 2 Topic" hidden="1">
              <a:extLst>
                <a:ext uri="{FF2B5EF4-FFF2-40B4-BE49-F238E27FC236}">
                  <a16:creationId xmlns:a16="http://schemas.microsoft.com/office/drawing/2014/main" id="{7BF313F4-2175-4B9E-8E71-76C8F97529F1}"/>
                </a:ext>
              </a:extLst>
            </p:cNvPr>
            <p:cNvSpPr txBox="1"/>
            <p:nvPr userDrawn="1"/>
          </p:nvSpPr>
          <p:spPr>
            <a:xfrm>
              <a:off x="1356945" y="1998175"/>
              <a:ext cx="6796456" cy="362971"/>
            </a:xfrm>
            <a:prstGeom prst="rect">
              <a:avLst/>
            </a:prstGeom>
            <a:noFill/>
          </p:spPr>
          <p:txBody>
            <a:bodyPr wrap="square" lIns="91440" tIns="0" rIns="91440" bIns="0" rtlCol="0" anchor="ctr" anchorCtr="0">
              <a:noAutofit/>
            </a:bodyPr>
            <a:lstStyle/>
            <a:p>
              <a:pPr marL="344986" indent="-344986" rtl="0"/>
              <a:r>
                <a:rPr lang="nl-NL" sz="1794" dirty="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21" name="DH Agenda 2 Page" hidden="1">
              <a:extLst>
                <a:ext uri="{FF2B5EF4-FFF2-40B4-BE49-F238E27FC236}">
                  <a16:creationId xmlns:a16="http://schemas.microsoft.com/office/drawing/2014/main" id="{2D593BDF-C4FF-4AFC-B638-49A0C20ED5F2}"/>
                </a:ext>
              </a:extLst>
            </p:cNvPr>
            <p:cNvSpPr txBox="1"/>
            <p:nvPr userDrawn="1"/>
          </p:nvSpPr>
          <p:spPr>
            <a:xfrm>
              <a:off x="8153401" y="1998175"/>
              <a:ext cx="533400" cy="369332"/>
            </a:xfrm>
            <a:prstGeom prst="rect">
              <a:avLst/>
            </a:prstGeom>
            <a:noFill/>
          </p:spPr>
          <p:txBody>
            <a:bodyPr wrap="square" lIns="0" tIns="0" bIns="0" rtlCol="0" anchor="ctr" anchorCtr="0">
              <a:noAutofit/>
            </a:bodyPr>
            <a:lstStyle/>
            <a:p>
              <a:pPr algn="r" rtl="0"/>
              <a:r>
                <a:rPr lang="nl-NL" sz="1794" dirty="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22" name="DH Agenda 2 Section" hidden="1">
              <a:extLst>
                <a:ext uri="{FF2B5EF4-FFF2-40B4-BE49-F238E27FC236}">
                  <a16:creationId xmlns:a16="http://schemas.microsoft.com/office/drawing/2014/main" id="{87578FF0-6C9E-4F40-B967-E19EB6B67C3C}"/>
                </a:ext>
              </a:extLst>
            </p:cNvPr>
            <p:cNvSpPr txBox="1"/>
            <p:nvPr userDrawn="1"/>
          </p:nvSpPr>
          <p:spPr>
            <a:xfrm>
              <a:off x="905607" y="1998175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rtl="0"/>
              <a:r>
                <a:rPr lang="nl-NL" sz="1794" b="1" dirty="0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grpSp>
        <p:nvGrpSpPr>
          <p:cNvPr id="23" name="Agenda Level 1 Active" hidden="1">
            <a:extLst>
              <a:ext uri="{FF2B5EF4-FFF2-40B4-BE49-F238E27FC236}">
                <a16:creationId xmlns:a16="http://schemas.microsoft.com/office/drawing/2014/main" id="{263C6B46-599B-482E-B33F-3BA5BFB66AC5}"/>
              </a:ext>
            </a:extLst>
          </p:cNvPr>
          <p:cNvGrpSpPr/>
          <p:nvPr userDrawn="1"/>
        </p:nvGrpSpPr>
        <p:grpSpPr>
          <a:xfrm>
            <a:off x="1053709" y="2495062"/>
            <a:ext cx="8235462" cy="369332"/>
            <a:chOff x="454269" y="1550182"/>
            <a:chExt cx="8235462" cy="369332"/>
          </a:xfrm>
        </p:grpSpPr>
        <p:sp>
          <p:nvSpPr>
            <p:cNvPr id="24" name="DH Agenda 1 Topic Active" hidden="1">
              <a:extLst>
                <a:ext uri="{FF2B5EF4-FFF2-40B4-BE49-F238E27FC236}">
                  <a16:creationId xmlns:a16="http://schemas.microsoft.com/office/drawing/2014/main" id="{ADFB442B-0202-4781-A0E4-FD7351DBDDA8}"/>
                </a:ext>
              </a:extLst>
            </p:cNvPr>
            <p:cNvSpPr txBox="1"/>
            <p:nvPr userDrawn="1"/>
          </p:nvSpPr>
          <p:spPr>
            <a:xfrm>
              <a:off x="905607" y="1550182"/>
              <a:ext cx="7253655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91440" tIns="0" rIns="91440" bIns="0" rtlCol="0" anchor="ctr" anchorCtr="0">
              <a:noAutofit/>
            </a:bodyPr>
            <a:lstStyle/>
            <a:p>
              <a:pPr rtl="0"/>
              <a:r>
                <a:rPr lang="nl-NL" sz="1794" b="1" dirty="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25" name="DH Agenda 1 Page Active" hidden="1">
              <a:extLst>
                <a:ext uri="{FF2B5EF4-FFF2-40B4-BE49-F238E27FC236}">
                  <a16:creationId xmlns:a16="http://schemas.microsoft.com/office/drawing/2014/main" id="{FBD434D3-F2D0-4A22-8195-6261B0C09FB4}"/>
                </a:ext>
              </a:extLst>
            </p:cNvPr>
            <p:cNvSpPr txBox="1"/>
            <p:nvPr userDrawn="1"/>
          </p:nvSpPr>
          <p:spPr>
            <a:xfrm>
              <a:off x="8156331" y="1550182"/>
              <a:ext cx="533400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0" tIns="0" rIns="91440" bIns="0" rtlCol="0" anchor="ctr" anchorCtr="0">
              <a:noAutofit/>
            </a:bodyPr>
            <a:lstStyle/>
            <a:p>
              <a:pPr algn="r" rtl="0"/>
              <a:r>
                <a:rPr lang="nl-NL" sz="1794" b="1" dirty="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26" name="DH Agenda 1 Section Active" hidden="1">
              <a:extLst>
                <a:ext uri="{FF2B5EF4-FFF2-40B4-BE49-F238E27FC236}">
                  <a16:creationId xmlns:a16="http://schemas.microsoft.com/office/drawing/2014/main" id="{5D2E2E40-1CF7-40CB-8284-4F5BB3B4E5A2}"/>
                </a:ext>
              </a:extLst>
            </p:cNvPr>
            <p:cNvSpPr txBox="1"/>
            <p:nvPr userDrawn="1"/>
          </p:nvSpPr>
          <p:spPr>
            <a:xfrm>
              <a:off x="454269" y="1550182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rtl="0"/>
              <a:r>
                <a:rPr lang="nl-NL" sz="1794" b="1" dirty="0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grpSp>
        <p:nvGrpSpPr>
          <p:cNvPr id="27" name="Agenda Level 1" hidden="1">
            <a:extLst>
              <a:ext uri="{FF2B5EF4-FFF2-40B4-BE49-F238E27FC236}">
                <a16:creationId xmlns:a16="http://schemas.microsoft.com/office/drawing/2014/main" id="{471378AF-BD3F-4918-8D6B-EF337A638810}"/>
              </a:ext>
            </a:extLst>
          </p:cNvPr>
          <p:cNvGrpSpPr/>
          <p:nvPr userDrawn="1"/>
        </p:nvGrpSpPr>
        <p:grpSpPr>
          <a:xfrm>
            <a:off x="1050780" y="2052710"/>
            <a:ext cx="8241323" cy="369332"/>
            <a:chOff x="451339" y="1107830"/>
            <a:chExt cx="8241323" cy="369332"/>
          </a:xfrm>
        </p:grpSpPr>
        <p:sp>
          <p:nvSpPr>
            <p:cNvPr id="28" name="DH Agenda 1 Topic" hidden="1">
              <a:extLst>
                <a:ext uri="{FF2B5EF4-FFF2-40B4-BE49-F238E27FC236}">
                  <a16:creationId xmlns:a16="http://schemas.microsoft.com/office/drawing/2014/main" id="{3FBE09AA-2FEB-4E1E-ACF2-3A08F5F3493F}"/>
                </a:ext>
              </a:extLst>
            </p:cNvPr>
            <p:cNvSpPr txBox="1"/>
            <p:nvPr userDrawn="1"/>
          </p:nvSpPr>
          <p:spPr>
            <a:xfrm>
              <a:off x="908538" y="1107830"/>
              <a:ext cx="7250724" cy="369332"/>
            </a:xfrm>
            <a:prstGeom prst="rect">
              <a:avLst/>
            </a:prstGeom>
            <a:noFill/>
          </p:spPr>
          <p:txBody>
            <a:bodyPr wrap="square" lIns="91440" tIns="0" rIns="91440" bIns="0" rtlCol="0" anchor="ctr" anchorCtr="0">
              <a:noAutofit/>
            </a:bodyPr>
            <a:lstStyle/>
            <a:p>
              <a:pPr rtl="0"/>
              <a:r>
                <a:rPr lang="nl-NL" sz="1794" dirty="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29" name="DH Agenda 1 Page" hidden="1">
              <a:extLst>
                <a:ext uri="{FF2B5EF4-FFF2-40B4-BE49-F238E27FC236}">
                  <a16:creationId xmlns:a16="http://schemas.microsoft.com/office/drawing/2014/main" id="{3904C38F-113E-4D0A-8676-BD955F2C686E}"/>
                </a:ext>
              </a:extLst>
            </p:cNvPr>
            <p:cNvSpPr txBox="1"/>
            <p:nvPr userDrawn="1"/>
          </p:nvSpPr>
          <p:spPr>
            <a:xfrm>
              <a:off x="8229600" y="1107830"/>
              <a:ext cx="463062" cy="369332"/>
            </a:xfrm>
            <a:prstGeom prst="rect">
              <a:avLst/>
            </a:prstGeom>
            <a:noFill/>
          </p:spPr>
          <p:txBody>
            <a:bodyPr wrap="none" lIns="0" tIns="0" rIns="91440" bIns="0" rtlCol="0" anchor="ctr" anchorCtr="0">
              <a:noAutofit/>
            </a:bodyPr>
            <a:lstStyle/>
            <a:p>
              <a:pPr algn="r" rtl="0"/>
              <a:r>
                <a:rPr lang="nl-NL" sz="1794" dirty="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30" name="DH Agenda 1 Section" hidden="1">
              <a:extLst>
                <a:ext uri="{FF2B5EF4-FFF2-40B4-BE49-F238E27FC236}">
                  <a16:creationId xmlns:a16="http://schemas.microsoft.com/office/drawing/2014/main" id="{AA9BCB67-4EE1-49A4-BAE5-5703450A5C8F}"/>
                </a:ext>
              </a:extLst>
            </p:cNvPr>
            <p:cNvSpPr txBox="1"/>
            <p:nvPr userDrawn="1"/>
          </p:nvSpPr>
          <p:spPr>
            <a:xfrm>
              <a:off x="451339" y="1107830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rtl="0"/>
              <a:r>
                <a:rPr lang="nl-NL" sz="1794" b="1" dirty="0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sp>
        <p:nvSpPr>
          <p:cNvPr id="31" name="Title 1">
            <a:extLst>
              <a:ext uri="{FF2B5EF4-FFF2-40B4-BE49-F238E27FC236}">
                <a16:creationId xmlns:a16="http://schemas.microsoft.com/office/drawing/2014/main" id="{E9EE57F6-1A53-4F02-A6AF-5F6BA1ADE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nl-NL" dirty="0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37031461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inkcell 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o not remove" hidden="1">
            <a:extLst>
              <a:ext uri="{FF2B5EF4-FFF2-40B4-BE49-F238E27FC236}">
                <a16:creationId xmlns:a16="http://schemas.microsoft.com/office/drawing/2014/main" id="{6B56B136-50A1-4058-9DB0-B22C93D25852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 sz="2659" dirty="0"/>
          </a:p>
        </p:txBody>
      </p:sp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50BAF37B-CBAA-4A56-9823-B0690C83595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772699831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50BAF37B-CBAA-4A56-9823-B0690C8359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5056744" y="6952166"/>
            <a:ext cx="880401" cy="184134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endParaRPr lang="nl-NL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nl-NL"/>
              <a:t>Resultaten gebaseerd op eigen berekeningen van Ahti op basis van niet-openbare Microdata van het Centraal Bureau voor de Statistiek.</a:t>
            </a:r>
            <a:endParaRPr lang="nl-NL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70FFB0E3-3C17-45B7-B57C-242D1BA88276}" type="slidenum">
              <a:rPr lang="nl-NL" smtClean="0"/>
              <a:pPr/>
              <a:t>‹nr.›</a:t>
            </a:fld>
            <a:endParaRPr lang="nl-NL" dirty="0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 userDrawn="1"/>
        </p:nvGrpSpPr>
        <p:grpSpPr>
          <a:xfrm>
            <a:off x="1076" y="1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7D54197B-B02F-40CE-A70C-7A66FFDDD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nl-NL" dirty="0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30489887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inddia (A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2837CC97-F51A-19D7-9882-262A7B41380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42107390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01" imgH="501" progId="TCLayout.ActiveDocument.1">
                  <p:embed/>
                </p:oleObj>
              </mc:Choice>
              <mc:Fallback>
                <p:oleObj name="think-cell Slide" r:id="rId3" imgW="501" imgH="501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837CC97-F51A-19D7-9882-262A7B4138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kstvak 4"/>
          <p:cNvSpPr txBox="1"/>
          <p:nvPr/>
        </p:nvSpPr>
        <p:spPr>
          <a:xfrm>
            <a:off x="2303322" y="3292356"/>
            <a:ext cx="2487286" cy="642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Amsterdam Health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&amp; Technology </a:t>
            </a:r>
            <a:r>
              <a:rPr lang="nl-NL" sz="1640" b="0" dirty="0" err="1">
                <a:solidFill>
                  <a:schemeClr val="bg1"/>
                </a:solidFill>
                <a:latin typeface="+mj-lt"/>
              </a:rPr>
              <a:t>Institute</a:t>
            </a:r>
            <a:endParaRPr lang="nl-NL" sz="1640" b="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kstvak 5"/>
          <p:cNvSpPr txBox="1"/>
          <p:nvPr/>
        </p:nvSpPr>
        <p:spPr>
          <a:xfrm>
            <a:off x="5331976" y="3292353"/>
            <a:ext cx="2487286" cy="121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Paasheuvelweg 25</a:t>
            </a:r>
          </a:p>
          <a:p>
            <a:pPr rtl="0">
              <a:lnSpc>
                <a:spcPct val="114000"/>
              </a:lnSpc>
            </a:pPr>
            <a:r>
              <a:rPr lang="nl-NL" sz="1640" b="0" dirty="0" err="1">
                <a:solidFill>
                  <a:schemeClr val="bg1"/>
                </a:solidFill>
                <a:latin typeface="+mj-lt"/>
              </a:rPr>
              <a:t>Tower</a:t>
            </a:r>
            <a:r>
              <a:rPr lang="nl-NL" sz="1640" b="0" dirty="0">
                <a:solidFill>
                  <a:schemeClr val="bg1"/>
                </a:solidFill>
                <a:latin typeface="+mj-lt"/>
              </a:rPr>
              <a:t> C5, 1105 BP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Amsterdam Zuidoost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The Netherlands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8341277" y="3292356"/>
            <a:ext cx="2487286" cy="930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+31 (0)20 303 10 50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info@ahti.nl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www.ahti.nl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10E8CDB6-96D7-4275-9F43-F0B82095285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63" t="36378" r="51754" b="56247"/>
          <a:stretch/>
        </p:blipFill>
        <p:spPr>
          <a:xfrm>
            <a:off x="5224071" y="2494988"/>
            <a:ext cx="581643" cy="505857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E8F4F26B-20D0-4AFA-B0BC-D633D20BA471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4" t="16876" r="69147" b="54872"/>
          <a:stretch/>
        </p:blipFill>
        <p:spPr>
          <a:xfrm>
            <a:off x="1940615" y="1157468"/>
            <a:ext cx="1660004" cy="1937688"/>
          </a:xfrm>
          <a:prstGeom prst="rect">
            <a:avLst/>
          </a:prstGeom>
        </p:spPr>
      </p:pic>
      <p:pic>
        <p:nvPicPr>
          <p:cNvPr id="15" name="Afbeelding 14">
            <a:extLst>
              <a:ext uri="{FF2B5EF4-FFF2-40B4-BE49-F238E27FC236}">
                <a16:creationId xmlns:a16="http://schemas.microsoft.com/office/drawing/2014/main" id="{FF09BBC6-0CDE-45A1-830C-FC0B5B389584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12" t="36378" r="27504" b="56247"/>
          <a:stretch/>
        </p:blipFill>
        <p:spPr>
          <a:xfrm>
            <a:off x="8232295" y="2494988"/>
            <a:ext cx="581644" cy="50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4319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Einddia (B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2913164A-7F57-F0E7-C1B1-2693D8A5582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89337973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01" imgH="501" progId="TCLayout.ActiveDocument.1">
                  <p:embed/>
                </p:oleObj>
              </mc:Choice>
              <mc:Fallback>
                <p:oleObj name="think-cell Slide" r:id="rId3" imgW="501" imgH="501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913164A-7F57-F0E7-C1B1-2693D8A5582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kstvak 4"/>
          <p:cNvSpPr txBox="1"/>
          <p:nvPr/>
        </p:nvSpPr>
        <p:spPr>
          <a:xfrm>
            <a:off x="2303322" y="3292356"/>
            <a:ext cx="2487286" cy="642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Amsterdam Health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&amp; Technology</a:t>
            </a:r>
            <a:r>
              <a:rPr lang="nl-NL" sz="1640" b="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nl-NL" sz="1640" b="0" baseline="0" dirty="0" err="1">
                <a:solidFill>
                  <a:schemeClr val="bg1"/>
                </a:solidFill>
                <a:latin typeface="+mj-lt"/>
              </a:rPr>
              <a:t>I</a:t>
            </a:r>
            <a:r>
              <a:rPr lang="nl-NL" sz="1640" b="0" dirty="0" err="1">
                <a:solidFill>
                  <a:schemeClr val="bg1"/>
                </a:solidFill>
                <a:latin typeface="+mj-lt"/>
              </a:rPr>
              <a:t>nstitute</a:t>
            </a:r>
            <a:endParaRPr lang="nl-NL" sz="1640" b="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kstvak 5"/>
          <p:cNvSpPr txBox="1"/>
          <p:nvPr/>
        </p:nvSpPr>
        <p:spPr>
          <a:xfrm>
            <a:off x="5331976" y="3292353"/>
            <a:ext cx="2487286" cy="121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Paasheuvelweg 25</a:t>
            </a:r>
          </a:p>
          <a:p>
            <a:pPr rtl="0">
              <a:lnSpc>
                <a:spcPct val="114000"/>
              </a:lnSpc>
            </a:pPr>
            <a:r>
              <a:rPr lang="nl-NL" sz="1640" b="0" dirty="0" err="1">
                <a:solidFill>
                  <a:schemeClr val="bg1"/>
                </a:solidFill>
                <a:latin typeface="+mj-lt"/>
              </a:rPr>
              <a:t>Tower</a:t>
            </a:r>
            <a:r>
              <a:rPr lang="nl-NL" sz="1640" b="0" dirty="0">
                <a:solidFill>
                  <a:schemeClr val="bg1"/>
                </a:solidFill>
                <a:latin typeface="+mj-lt"/>
              </a:rPr>
              <a:t> C5, 1105 BP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Amsterdam Zuidoost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The Netherlands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8360630" y="3292356"/>
            <a:ext cx="2487286" cy="930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+31 (0)20 303 10 50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info@ahti.nl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www.ahti.nl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31FD7C66-8533-4AF3-BBA7-F260F55909B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63" t="36378" r="51754" b="56247"/>
          <a:stretch/>
        </p:blipFill>
        <p:spPr>
          <a:xfrm>
            <a:off x="5224071" y="2494988"/>
            <a:ext cx="581643" cy="505857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2001FF16-57A5-436C-ACD1-513EEE8A95A2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4" t="16876" r="69147" b="54872"/>
          <a:stretch/>
        </p:blipFill>
        <p:spPr>
          <a:xfrm>
            <a:off x="1940615" y="1157468"/>
            <a:ext cx="1660004" cy="1937688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0B0DDCAA-51EB-4C20-A5EE-B293A4FDDFE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12" t="36378" r="27504" b="56247"/>
          <a:stretch/>
        </p:blipFill>
        <p:spPr>
          <a:xfrm>
            <a:off x="8232295" y="2494988"/>
            <a:ext cx="581644" cy="50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2600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inddia (B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E89919BE-E179-24AA-810D-60F13030E1D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14448684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01" imgH="501" progId="TCLayout.ActiveDocument.1">
                  <p:embed/>
                </p:oleObj>
              </mc:Choice>
              <mc:Fallback>
                <p:oleObj name="think-cell Slide" r:id="rId3" imgW="501" imgH="501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89919BE-E179-24AA-810D-60F13030E1D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kstvak 4"/>
          <p:cNvSpPr txBox="1"/>
          <p:nvPr/>
        </p:nvSpPr>
        <p:spPr>
          <a:xfrm>
            <a:off x="2303322" y="3292356"/>
            <a:ext cx="2487286" cy="642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Amsterdam Health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&amp; Technology</a:t>
            </a:r>
            <a:r>
              <a:rPr lang="nl-NL" sz="1640" b="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nl-NL" sz="1640" b="0" baseline="0" dirty="0" err="1">
                <a:solidFill>
                  <a:schemeClr val="bg1"/>
                </a:solidFill>
                <a:latin typeface="+mj-lt"/>
              </a:rPr>
              <a:t>I</a:t>
            </a:r>
            <a:r>
              <a:rPr lang="nl-NL" sz="1640" b="0" dirty="0" err="1">
                <a:solidFill>
                  <a:schemeClr val="bg1"/>
                </a:solidFill>
                <a:latin typeface="+mj-lt"/>
              </a:rPr>
              <a:t>nstitute</a:t>
            </a:r>
            <a:endParaRPr lang="nl-NL" sz="1640" b="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kstvak 5"/>
          <p:cNvSpPr txBox="1"/>
          <p:nvPr/>
        </p:nvSpPr>
        <p:spPr>
          <a:xfrm>
            <a:off x="5331976" y="3292353"/>
            <a:ext cx="2487286" cy="121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Paasheuvelweg 25</a:t>
            </a:r>
          </a:p>
          <a:p>
            <a:pPr rtl="0">
              <a:lnSpc>
                <a:spcPct val="114000"/>
              </a:lnSpc>
            </a:pPr>
            <a:r>
              <a:rPr lang="nl-NL" sz="1640" b="0" dirty="0" err="1">
                <a:solidFill>
                  <a:schemeClr val="bg1"/>
                </a:solidFill>
                <a:latin typeface="+mj-lt"/>
              </a:rPr>
              <a:t>Tower</a:t>
            </a:r>
            <a:r>
              <a:rPr lang="nl-NL" sz="1640" b="0" dirty="0">
                <a:solidFill>
                  <a:schemeClr val="bg1"/>
                </a:solidFill>
                <a:latin typeface="+mj-lt"/>
              </a:rPr>
              <a:t> C5, 1105 BP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Amsterdam Zuidoost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The Netherlands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8360630" y="3292356"/>
            <a:ext cx="2487286" cy="930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+31 (0)20 303 10 50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info@ahti.nl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www.ahti.nl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31FD7C66-8533-4AF3-BBA7-F260F55909B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63" t="36378" r="51754" b="56247"/>
          <a:stretch/>
        </p:blipFill>
        <p:spPr>
          <a:xfrm>
            <a:off x="5224071" y="2494988"/>
            <a:ext cx="581643" cy="505857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2001FF16-57A5-436C-ACD1-513EEE8A95A2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4" t="16876" r="69147" b="54872"/>
          <a:stretch/>
        </p:blipFill>
        <p:spPr>
          <a:xfrm>
            <a:off x="1940615" y="1157468"/>
            <a:ext cx="1660004" cy="1937688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0B0DDCAA-51EB-4C20-A5EE-B293A4FDDFE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12" t="36378" r="27504" b="56247"/>
          <a:stretch/>
        </p:blipFill>
        <p:spPr>
          <a:xfrm>
            <a:off x="8232295" y="2494988"/>
            <a:ext cx="581644" cy="50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5112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o not remove" hidden="1">
            <a:extLst>
              <a:ext uri="{FF2B5EF4-FFF2-40B4-BE49-F238E27FC236}">
                <a16:creationId xmlns:a16="http://schemas.microsoft.com/office/drawing/2014/main" id="{3FB3BC45-9012-570C-1D9D-4E041A212FD2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8601" cy="8574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 sz="1800" dirty="0"/>
          </a:p>
        </p:txBody>
      </p:sp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AB9CD8A5-7112-B8A7-3A31-CA02C149A20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338825769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1" imgH="501" progId="TCLayout.ActiveDocument.1">
                  <p:embed/>
                </p:oleObj>
              </mc:Choice>
              <mc:Fallback>
                <p:oleObj name="think-cell Slide" r:id="rId4" imgW="501" imgH="501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B9CD8A5-7112-B8A7-3A31-CA02C149A2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BFA6B924-BBD8-83F0-4CD9-27B9086D8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 rtl="0">
              <a:defRPr/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2C88D9F-F8EA-2801-F0D5-D08FD7C00D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E3EA3613-3367-B754-C24F-066FC1C2604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nl-NL"/>
              <a:t>Resultaten gebaseerd op eigen berekeningen van Ahti op basis van niet-openbare Microdata van het Centraal Bureau voor de Statistiek.</a:t>
            </a:r>
            <a:endParaRPr lang="nl-NL" dirty="0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8A32D667-F50F-D678-F9CC-A32761100D5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fld id="{70FFB0E3-3C17-45B7-B57C-242D1BA88276}" type="slidenum">
              <a:rPr lang="nl-NL" smtClean="0"/>
              <a:pPr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8520455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3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2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nl-NL" dirty="0"/>
              <a:t>Klik om de stijl te bewerken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6571" y="1916113"/>
            <a:ext cx="10354204" cy="419635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nl-NL" dirty="0"/>
              <a:t>Klik om de modelstijlen te bewerken</a:t>
            </a:r>
          </a:p>
          <a:p>
            <a:pPr lvl="1"/>
            <a:r>
              <a:rPr lang="nl-NL" dirty="0"/>
              <a:t>Tweede niveau</a:t>
            </a:r>
          </a:p>
        </p:txBody>
      </p:sp>
      <p:sp>
        <p:nvSpPr>
          <p:cNvPr id="5" name="Footer Placeholder 4 [SS]" hidden="1"/>
          <p:cNvSpPr>
            <a:spLocks noGrp="1"/>
          </p:cNvSpPr>
          <p:nvPr>
            <p:ph type="ftr" sz="quarter" idx="3"/>
          </p:nvPr>
        </p:nvSpPr>
        <p:spPr>
          <a:xfrm>
            <a:off x="926571" y="6432785"/>
            <a:ext cx="544650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 rtl="0">
              <a:defRPr sz="708">
                <a:solidFill>
                  <a:srgbClr val="736A84"/>
                </a:solidFill>
                <a:latin typeface="+mj-lt"/>
              </a:defRPr>
            </a:lvl1pPr>
          </a:lstStyle>
          <a:p>
            <a:r>
              <a:rPr lang="nl-NL"/>
              <a:t>Resultaten gebaseerd op eigen berekeningen van Ahti op basis van niet-openbare Microdata van het Centraal Bureau voor de Statistiek.</a:t>
            </a:r>
            <a:endParaRPr lang="nl-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50919" y="6432785"/>
            <a:ext cx="58616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 rtl="0">
              <a:defRPr sz="708">
                <a:solidFill>
                  <a:schemeClr val="accent2"/>
                </a:solidFill>
                <a:latin typeface="+mj-lt"/>
              </a:defRPr>
            </a:lvl1pPr>
          </a:lstStyle>
          <a:p>
            <a:fld id="{70FFB0E3-3C17-45B7-B57C-242D1BA88276}" type="slidenum">
              <a:rPr lang="nl-NL" smtClean="0"/>
              <a:pPr/>
              <a:t>‹nr.›</a:t>
            </a:fld>
            <a:endParaRPr lang="nl-NL" dirty="0"/>
          </a:p>
        </p:txBody>
      </p:sp>
      <p:sp>
        <p:nvSpPr>
          <p:cNvPr id="23" name="Tekstvak 22"/>
          <p:cNvSpPr txBox="1"/>
          <p:nvPr/>
        </p:nvSpPr>
        <p:spPr>
          <a:xfrm>
            <a:off x="11834632" y="6432785"/>
            <a:ext cx="316502" cy="18413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rtl="0"/>
            <a:r>
              <a:rPr lang="nl-NL" sz="708" dirty="0">
                <a:solidFill>
                  <a:schemeClr val="accent2"/>
                </a:solidFill>
                <a:latin typeface="+mj-lt"/>
              </a:rPr>
              <a:t>.</a:t>
            </a:r>
          </a:p>
        </p:txBody>
      </p:sp>
      <p:graphicFrame>
        <p:nvGraphicFramePr>
          <p:cNvPr id="24" name="Object 23" hidden="1">
            <a:extLst>
              <a:ext uri="{FF2B5EF4-FFF2-40B4-BE49-F238E27FC236}">
                <a16:creationId xmlns:a16="http://schemas.microsoft.com/office/drawing/2014/main" id="{6427786C-FEC3-44CA-B0A6-D21A60CF5777}"/>
              </a:ext>
            </a:extLst>
          </p:cNvPr>
          <p:cNvGraphicFramePr>
            <a:graphicFrameLocks/>
          </p:cNvGraphicFramePr>
          <p:nvPr userDrawn="1">
            <p:custDataLst>
              <p:tags r:id="rId15"/>
            </p:custDataLst>
            <p:extLst>
              <p:ext uri="{D42A27DB-BD31-4B8C-83A1-F6EECF244321}">
                <p14:modId xmlns:p14="http://schemas.microsoft.com/office/powerpoint/2010/main" val="200493441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7" imgW="622" imgH="623" progId="TCLayout.ActiveDocument.1">
                  <p:embed/>
                </p:oleObj>
              </mc:Choice>
              <mc:Fallback>
                <p:oleObj name="think-cell Slide" r:id="rId17" imgW="622" imgH="623" progId="TCLayout.ActiveDocument.1">
                  <p:embed/>
                  <p:pic>
                    <p:nvPicPr>
                      <p:cNvPr id="24" name="Object 23" hidden="1">
                        <a:extLst>
                          <a:ext uri="{FF2B5EF4-FFF2-40B4-BE49-F238E27FC236}">
                            <a16:creationId xmlns:a16="http://schemas.microsoft.com/office/drawing/2014/main" id="{6427786C-FEC3-44CA-B0A6-D21A60CF57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Rectangle 24" hidden="1">
            <a:extLst>
              <a:ext uri="{FF2B5EF4-FFF2-40B4-BE49-F238E27FC236}">
                <a16:creationId xmlns:a16="http://schemas.microsoft.com/office/drawing/2014/main" id="{2F602B2B-E042-4E10-98E3-E2AE864D1195}"/>
              </a:ext>
            </a:extLst>
          </p:cNvPr>
          <p:cNvSpPr/>
          <p:nvPr userDrawn="1">
            <p:custDataLst>
              <p:tags r:id="rId16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nl-NL" sz="2393" b="1" i="0" baseline="0" dirty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7" name="Box rechtsboven [SS]" hidden="1">
            <a:extLst>
              <a:ext uri="{FF2B5EF4-FFF2-40B4-BE49-F238E27FC236}">
                <a16:creationId xmlns:a16="http://schemas.microsoft.com/office/drawing/2014/main" id="{D5A00F53-3C9D-4ADF-A85B-F73EB0DAEDC5}"/>
              </a:ext>
            </a:extLst>
          </p:cNvPr>
          <p:cNvSpPr/>
          <p:nvPr userDrawn="1"/>
        </p:nvSpPr>
        <p:spPr bwMode="auto">
          <a:xfrm>
            <a:off x="10909451" y="97066"/>
            <a:ext cx="1083432" cy="28803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5886" tIns="35886" rIns="35886" bIns="35886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152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196" b="0" i="0" u="none" strike="noStrike" cap="none" normalizeH="0" baseline="0" dirty="0">
              <a:ln>
                <a:noFill/>
              </a:ln>
              <a:solidFill>
                <a:srgbClr val="4A66AC"/>
              </a:solidFill>
              <a:effectLst/>
              <a:latin typeface="+mn-lt"/>
            </a:endParaRPr>
          </a:p>
        </p:txBody>
      </p:sp>
      <p:sp>
        <p:nvSpPr>
          <p:cNvPr id="28" name="Box linksboven [SS]" hidden="1">
            <a:extLst>
              <a:ext uri="{FF2B5EF4-FFF2-40B4-BE49-F238E27FC236}">
                <a16:creationId xmlns:a16="http://schemas.microsoft.com/office/drawing/2014/main" id="{D7D25C84-022A-49DB-B191-24CB2918A2F8}"/>
              </a:ext>
            </a:extLst>
          </p:cNvPr>
          <p:cNvSpPr/>
          <p:nvPr userDrawn="1"/>
        </p:nvSpPr>
        <p:spPr bwMode="auto">
          <a:xfrm>
            <a:off x="199118" y="85851"/>
            <a:ext cx="1083432" cy="28803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5886" tIns="35886" rIns="35886" bIns="35886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152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196" b="0" i="0" u="none" strike="noStrike" cap="none" normalizeH="0" baseline="0" dirty="0">
              <a:ln>
                <a:noFill/>
              </a:ln>
              <a:solidFill>
                <a:srgbClr val="009DDC"/>
              </a:solidFill>
              <a:effectLst/>
              <a:latin typeface="+mn-lt"/>
            </a:endParaRPr>
          </a:p>
        </p:txBody>
      </p:sp>
      <p:sp>
        <p:nvSpPr>
          <p:cNvPr id="29" name="Note [SS]" hidden="1">
            <a:extLst>
              <a:ext uri="{FF2B5EF4-FFF2-40B4-BE49-F238E27FC236}">
                <a16:creationId xmlns:a16="http://schemas.microsoft.com/office/drawing/2014/main" id="{6B530C2D-2C5F-445C-ACC1-8A97872F92DF}"/>
              </a:ext>
            </a:extLst>
          </p:cNvPr>
          <p:cNvSpPr/>
          <p:nvPr userDrawn="1"/>
        </p:nvSpPr>
        <p:spPr bwMode="auto">
          <a:xfrm>
            <a:off x="202119" y="75259"/>
            <a:ext cx="1731504" cy="864096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5886" tIns="35886" rIns="35886" bIns="35886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152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997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30" name="Take away box [SS]" hidden="1">
            <a:extLst>
              <a:ext uri="{FF2B5EF4-FFF2-40B4-BE49-F238E27FC236}">
                <a16:creationId xmlns:a16="http://schemas.microsoft.com/office/drawing/2014/main" id="{DD0E9573-5603-44CF-85F4-A2E3A6B2E27E}"/>
              </a:ext>
            </a:extLst>
          </p:cNvPr>
          <p:cNvSpPr/>
          <p:nvPr userDrawn="1"/>
        </p:nvSpPr>
        <p:spPr bwMode="auto">
          <a:xfrm>
            <a:off x="2560532" y="5605938"/>
            <a:ext cx="7101628" cy="491600"/>
          </a:xfrm>
          <a:prstGeom prst="rect">
            <a:avLst/>
          </a:prstGeom>
          <a:solidFill>
            <a:schemeClr val="accent4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5886" tIns="35886" rIns="35886" bIns="35886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152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196" b="0" i="0" u="none" strike="noStrike" cap="none" normalizeH="0" baseline="0" dirty="0">
              <a:ln>
                <a:noFill/>
              </a:ln>
              <a:solidFill>
                <a:srgbClr val="009DDC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867405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hdr="0" dt="0"/>
  <p:txStyles>
    <p:titleStyle>
      <a:lvl1pPr algn="l" defTabSz="908419" rtl="0" eaLnBrk="1" latinLnBrk="0" hangingPunct="1">
        <a:lnSpc>
          <a:spcPct val="110000"/>
        </a:lnSpc>
        <a:spcBef>
          <a:spcPct val="0"/>
        </a:spcBef>
        <a:buNone/>
        <a:defRPr sz="2393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41439" indent="-241439" algn="l" defTabSz="908419" rtl="0" eaLnBrk="1" latinLnBrk="0" hangingPunct="1">
        <a:lnSpc>
          <a:spcPct val="125000"/>
        </a:lnSpc>
        <a:spcBef>
          <a:spcPts val="0"/>
        </a:spcBef>
        <a:buSzPct val="85000"/>
        <a:buFontTx/>
        <a:buBlip>
          <a:blip r:embed="rId19"/>
        </a:buBlip>
        <a:defRPr sz="1395" kern="1200">
          <a:solidFill>
            <a:schemeClr val="tx1"/>
          </a:solidFill>
          <a:latin typeface="+mn-lt"/>
          <a:ea typeface="+mn-ea"/>
          <a:cs typeface="+mn-cs"/>
        </a:defRPr>
      </a:lvl1pPr>
      <a:lvl2pPr marL="751147" indent="-187787" algn="l" defTabSz="908419" rtl="0" eaLnBrk="1" latinLnBrk="0" hangingPunct="1">
        <a:lnSpc>
          <a:spcPct val="125000"/>
        </a:lnSpc>
        <a:spcBef>
          <a:spcPts val="0"/>
        </a:spcBef>
        <a:buSzPct val="50000"/>
        <a:buFontTx/>
        <a:buBlip>
          <a:blip r:embed="rId20"/>
        </a:buBlip>
        <a:defRPr sz="1395" kern="120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908419" rtl="0" eaLnBrk="1" latinLnBrk="0" hangingPunct="1">
        <a:lnSpc>
          <a:spcPct val="125000"/>
        </a:lnSpc>
        <a:spcBef>
          <a:spcPts val="0"/>
        </a:spcBef>
        <a:buFont typeface="Arial" panose="020B0604020202020204" pitchFamily="34" charset="0"/>
        <a:buNone/>
        <a:defRPr sz="1595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08419" rtl="0" eaLnBrk="1" latinLnBrk="0" hangingPunct="1">
        <a:lnSpc>
          <a:spcPct val="125000"/>
        </a:lnSpc>
        <a:spcBef>
          <a:spcPts val="1341"/>
        </a:spcBef>
        <a:buFont typeface="Arial" panose="020B0604020202020204" pitchFamily="34" charset="0"/>
        <a:buNone/>
        <a:defRPr sz="1595" b="1" kern="1200">
          <a:solidFill>
            <a:schemeClr val="tx1"/>
          </a:solidFill>
          <a:latin typeface="+mj-lt"/>
          <a:ea typeface="+mn-ea"/>
          <a:cs typeface="+mn-cs"/>
        </a:defRPr>
      </a:lvl4pPr>
      <a:lvl5pPr marL="0" indent="0" algn="l" defTabSz="908419" rtl="0" eaLnBrk="1" latinLnBrk="0" hangingPunct="1">
        <a:lnSpc>
          <a:spcPct val="125000"/>
        </a:lnSpc>
        <a:spcBef>
          <a:spcPts val="0"/>
        </a:spcBef>
        <a:buFont typeface="Arial" panose="020B0604020202020204" pitchFamily="34" charset="0"/>
        <a:buNone/>
        <a:defRPr sz="1595" kern="1200">
          <a:solidFill>
            <a:schemeClr val="tx1"/>
          </a:solidFill>
          <a:latin typeface="+mn-lt"/>
          <a:ea typeface="+mn-ea"/>
          <a:cs typeface="+mn-cs"/>
        </a:defRPr>
      </a:lvl5pPr>
      <a:lvl6pPr marL="2498152" indent="-227105" algn="l" defTabSz="908419" rtl="0" eaLnBrk="1" latinLnBrk="0" hangingPunct="1">
        <a:lnSpc>
          <a:spcPct val="90000"/>
        </a:lnSpc>
        <a:spcBef>
          <a:spcPts val="498"/>
        </a:spcBef>
        <a:buFont typeface="Arial" panose="020B0604020202020204" pitchFamily="34" charset="0"/>
        <a:buChar char="•"/>
        <a:defRPr sz="1788" kern="1200">
          <a:solidFill>
            <a:schemeClr val="tx1"/>
          </a:solidFill>
          <a:latin typeface="+mn-lt"/>
          <a:ea typeface="+mn-ea"/>
          <a:cs typeface="+mn-cs"/>
        </a:defRPr>
      </a:lvl6pPr>
      <a:lvl7pPr marL="2952361" indent="-227105" algn="l" defTabSz="908419" rtl="0" eaLnBrk="1" latinLnBrk="0" hangingPunct="1">
        <a:lnSpc>
          <a:spcPct val="90000"/>
        </a:lnSpc>
        <a:spcBef>
          <a:spcPts val="498"/>
        </a:spcBef>
        <a:buFont typeface="Arial" panose="020B0604020202020204" pitchFamily="34" charset="0"/>
        <a:buChar char="•"/>
        <a:defRPr sz="1788" kern="1200">
          <a:solidFill>
            <a:schemeClr val="tx1"/>
          </a:solidFill>
          <a:latin typeface="+mn-lt"/>
          <a:ea typeface="+mn-ea"/>
          <a:cs typeface="+mn-cs"/>
        </a:defRPr>
      </a:lvl7pPr>
      <a:lvl8pPr marL="3406571" indent="-227105" algn="l" defTabSz="908419" rtl="0" eaLnBrk="1" latinLnBrk="0" hangingPunct="1">
        <a:lnSpc>
          <a:spcPct val="90000"/>
        </a:lnSpc>
        <a:spcBef>
          <a:spcPts val="498"/>
        </a:spcBef>
        <a:buFont typeface="Arial" panose="020B0604020202020204" pitchFamily="34" charset="0"/>
        <a:buChar char="•"/>
        <a:defRPr sz="1788" kern="1200">
          <a:solidFill>
            <a:schemeClr val="tx1"/>
          </a:solidFill>
          <a:latin typeface="+mn-lt"/>
          <a:ea typeface="+mn-ea"/>
          <a:cs typeface="+mn-cs"/>
        </a:defRPr>
      </a:lvl8pPr>
      <a:lvl9pPr marL="3860781" indent="-227105" algn="l" defTabSz="908419" rtl="0" eaLnBrk="1" latinLnBrk="0" hangingPunct="1">
        <a:lnSpc>
          <a:spcPct val="90000"/>
        </a:lnSpc>
        <a:spcBef>
          <a:spcPts val="498"/>
        </a:spcBef>
        <a:buFont typeface="Arial" panose="020B0604020202020204" pitchFamily="34" charset="0"/>
        <a:buChar char="•"/>
        <a:defRPr sz="17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08419" rtl="0" eaLnBrk="1" latinLnBrk="0" hangingPunct="1">
        <a:defRPr sz="1788" kern="1200">
          <a:solidFill>
            <a:schemeClr val="tx1"/>
          </a:solidFill>
          <a:latin typeface="+mn-lt"/>
          <a:ea typeface="+mn-ea"/>
          <a:cs typeface="+mn-cs"/>
        </a:defRPr>
      </a:lvl1pPr>
      <a:lvl2pPr marL="454209" algn="l" defTabSz="908419" rtl="0" eaLnBrk="1" latinLnBrk="0" hangingPunct="1">
        <a:defRPr sz="1788" kern="1200">
          <a:solidFill>
            <a:schemeClr val="tx1"/>
          </a:solidFill>
          <a:latin typeface="+mn-lt"/>
          <a:ea typeface="+mn-ea"/>
          <a:cs typeface="+mn-cs"/>
        </a:defRPr>
      </a:lvl2pPr>
      <a:lvl3pPr marL="908419" algn="l" defTabSz="908419" rtl="0" eaLnBrk="1" latinLnBrk="0" hangingPunct="1">
        <a:defRPr sz="1788" kern="1200">
          <a:solidFill>
            <a:schemeClr val="tx1"/>
          </a:solidFill>
          <a:latin typeface="+mn-lt"/>
          <a:ea typeface="+mn-ea"/>
          <a:cs typeface="+mn-cs"/>
        </a:defRPr>
      </a:lvl3pPr>
      <a:lvl4pPr marL="1362628" algn="l" defTabSz="908419" rtl="0" eaLnBrk="1" latinLnBrk="0" hangingPunct="1">
        <a:defRPr sz="1788" kern="1200">
          <a:solidFill>
            <a:schemeClr val="tx1"/>
          </a:solidFill>
          <a:latin typeface="+mn-lt"/>
          <a:ea typeface="+mn-ea"/>
          <a:cs typeface="+mn-cs"/>
        </a:defRPr>
      </a:lvl4pPr>
      <a:lvl5pPr marL="1816838" algn="l" defTabSz="908419" rtl="0" eaLnBrk="1" latinLnBrk="0" hangingPunct="1">
        <a:defRPr sz="1788" kern="1200">
          <a:solidFill>
            <a:schemeClr val="tx1"/>
          </a:solidFill>
          <a:latin typeface="+mn-lt"/>
          <a:ea typeface="+mn-ea"/>
          <a:cs typeface="+mn-cs"/>
        </a:defRPr>
      </a:lvl5pPr>
      <a:lvl6pPr marL="2271047" algn="l" defTabSz="908419" rtl="0" eaLnBrk="1" latinLnBrk="0" hangingPunct="1">
        <a:defRPr sz="1788" kern="1200">
          <a:solidFill>
            <a:schemeClr val="tx1"/>
          </a:solidFill>
          <a:latin typeface="+mn-lt"/>
          <a:ea typeface="+mn-ea"/>
          <a:cs typeface="+mn-cs"/>
        </a:defRPr>
      </a:lvl6pPr>
      <a:lvl7pPr marL="2725257" algn="l" defTabSz="908419" rtl="0" eaLnBrk="1" latinLnBrk="0" hangingPunct="1">
        <a:defRPr sz="1788" kern="1200">
          <a:solidFill>
            <a:schemeClr val="tx1"/>
          </a:solidFill>
          <a:latin typeface="+mn-lt"/>
          <a:ea typeface="+mn-ea"/>
          <a:cs typeface="+mn-cs"/>
        </a:defRPr>
      </a:lvl7pPr>
      <a:lvl8pPr marL="3179466" algn="l" defTabSz="908419" rtl="0" eaLnBrk="1" latinLnBrk="0" hangingPunct="1">
        <a:defRPr sz="1788" kern="1200">
          <a:solidFill>
            <a:schemeClr val="tx1"/>
          </a:solidFill>
          <a:latin typeface="+mn-lt"/>
          <a:ea typeface="+mn-ea"/>
          <a:cs typeface="+mn-cs"/>
        </a:defRPr>
      </a:lvl8pPr>
      <a:lvl9pPr marL="3633676" algn="l" defTabSz="908419" rtl="0" eaLnBrk="1" latinLnBrk="0" hangingPunct="1">
        <a:defRPr sz="17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07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13" Type="http://schemas.openxmlformats.org/officeDocument/2006/relationships/oleObject" Target="../embeddings/oleObject8.bin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12" Type="http://schemas.openxmlformats.org/officeDocument/2006/relationships/notesSlide" Target="../notesSlides/notesSlide1.xml"/><Relationship Id="rId17" Type="http://schemas.openxmlformats.org/officeDocument/2006/relationships/image" Target="../media/image3.png"/><Relationship Id="rId2" Type="http://schemas.openxmlformats.org/officeDocument/2006/relationships/tags" Target="../tags/tag29.xml"/><Relationship Id="rId16" Type="http://schemas.openxmlformats.org/officeDocument/2006/relationships/image" Target="../media/image2.png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11" Type="http://schemas.openxmlformats.org/officeDocument/2006/relationships/slideLayout" Target="../slideLayouts/slideLayout2.xml"/><Relationship Id="rId5" Type="http://schemas.openxmlformats.org/officeDocument/2006/relationships/tags" Target="../tags/tag32.xml"/><Relationship Id="rId15" Type="http://schemas.openxmlformats.org/officeDocument/2006/relationships/chart" Target="../charts/chart1.xml"/><Relationship Id="rId10" Type="http://schemas.openxmlformats.org/officeDocument/2006/relationships/tags" Target="../tags/tag37.xml"/><Relationship Id="rId4" Type="http://schemas.openxmlformats.org/officeDocument/2006/relationships/tags" Target="../tags/tag31.xml"/><Relationship Id="rId9" Type="http://schemas.openxmlformats.org/officeDocument/2006/relationships/tags" Target="../tags/tag36.xml"/><Relationship Id="rId14" Type="http://schemas.openxmlformats.org/officeDocument/2006/relationships/image" Target="../media/image1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D3BBF-874D-6C46-DF44-B449C3CA4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101F0CC6-648A-19CB-0104-E818B82B53E0}"/>
              </a:ext>
            </a:extLst>
          </p:cNvPr>
          <p:cNvGraphicFramePr>
            <a:graphicFrameLocks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157018302"/>
              </p:ext>
            </p:extLst>
          </p:nvPr>
        </p:nvGraphicFramePr>
        <p:xfrm>
          <a:off x="1160258" y="12435"/>
          <a:ext cx="1583" cy="15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3" imgW="344" imgH="344" progId="TCLayout.ActiveDocument.1">
                  <p:embed/>
                </p:oleObj>
              </mc:Choice>
              <mc:Fallback>
                <p:oleObj name="think-cell Slide" r:id="rId13" imgW="344" imgH="34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101F0CC6-648A-19CB-0104-E818B82B53E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160258" y="12435"/>
                        <a:ext cx="1583" cy="158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9987" name="Rectangle 3">
            <a:extLst>
              <a:ext uri="{FF2B5EF4-FFF2-40B4-BE49-F238E27FC236}">
                <a16:creationId xmlns:a16="http://schemas.microsoft.com/office/drawing/2014/main" id="{567F33EF-886E-2640-54BC-743F598B09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2928" y="1293032"/>
            <a:ext cx="4907523" cy="4557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3882" dir="13500000" algn="ctr" rotWithShape="0">
                    <a:schemeClr val="tx1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algn="ctr" defTabSz="91152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4B03AEA-9DFB-426C-B997-58C7B1625485}" type="thinkcell&lt;?xml version=&quot;1.0&quot; encoding=&quot;UTF-16&quot; standalone=&quot;yes&quot;?&gt;&lt;root reqver=&quot;36344&quot;&gt;&lt;version val=&quot;38706&quot;/&gt;&lt;PersistentType&gt;&lt;m_varval type=&quot;5&quot;&gt;&lt;/m_varval&gt;&lt;m_prec&gt;&lt;m_yearfmt&gt;&lt;begin val=&quot;0&quot;/&gt;&lt;end val=&quot;4&quot;/&gt;&lt;/m_yearfmt&gt;&lt;/m_prec&gt;&lt;m_bUseExcelFont val=&quot;0&quot;/&gt;&lt;m_bUseExcelFontColor val=&quot;0&quot;/&gt;&lt;m_strName&gt;FigureTitle&lt;/m_strName&gt;&lt;/PersistentType&gt;&lt;/root&gt;">
              <a:rPr kumimoji="0" lang="nl-NL" altLang="en-US" sz="1080" b="0" i="0" u="none" strike="noStrike" kern="1200" cap="none" spc="0" normalizeH="0" baseline="0" noProof="0" smtClean="0">
                <a:ln>
                  <a:noFill/>
                </a:ln>
                <a:solidFill>
                  <a:srgbClr val="20153E"/>
                </a:solidFill>
                <a:effectLst/>
                <a:uLnTx/>
                <a:uFillTx/>
                <a:latin typeface="Tahoma"/>
                <a:ea typeface="宋体" panose="02010600030101010101" pitchFamily="2" charset="-122"/>
                <a:cs typeface="+mn-cs"/>
              </a:rPr>
              <a:pPr marL="0" marR="0" lvl="0" indent="0" algn="ctr" defTabSz="91152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&lt;FigureTitle&gt;</a:t>
            </a:fld>
            <a:endParaRPr kumimoji="0" lang="nl-NL" sz="1080" b="0" i="0" u="none" strike="noStrike" kern="1200" cap="none" spc="0" normalizeH="0" baseline="0" noProof="0" dirty="0">
              <a:ln>
                <a:noFill/>
              </a:ln>
              <a:solidFill>
                <a:srgbClr val="20153E"/>
              </a:solidFill>
              <a:effectLst/>
              <a:uLnTx/>
              <a:uFillTx/>
              <a:latin typeface="Tahoma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69988" name="Rectangle 4">
            <a:extLst>
              <a:ext uri="{FF2B5EF4-FFF2-40B4-BE49-F238E27FC236}">
                <a16:creationId xmlns:a16="http://schemas.microsoft.com/office/drawing/2014/main" id="{605B9A11-A3BD-9B7A-421F-FE5336713DF7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942928" y="2162475"/>
            <a:ext cx="4907523" cy="39941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48175" bIns="48175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28600" indent="-1143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457200" indent="-1143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690563" indent="-1190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43100" indent="-1190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00300" indent="-1190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57500" indent="-1190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4700" indent="-1190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71900" indent="-1190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1522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395" b="0" i="0" u="none" strike="noStrike" kern="1200" cap="none" spc="0" normalizeH="0" baseline="0" noProof="0" dirty="0">
              <a:ln>
                <a:noFill/>
              </a:ln>
              <a:solidFill>
                <a:srgbClr val="20153E"/>
              </a:solidFill>
              <a:effectLst/>
              <a:uLnTx/>
              <a:uFillTx/>
              <a:latin typeface="Tahoma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69993" name="Line 9">
            <a:extLst>
              <a:ext uri="{FF2B5EF4-FFF2-40B4-BE49-F238E27FC236}">
                <a16:creationId xmlns:a16="http://schemas.microsoft.com/office/drawing/2014/main" id="{D0BE7181-B86F-F817-53B5-1F427DB3F884}"/>
              </a:ext>
            </a:extLst>
          </p:cNvPr>
          <p:cNvSpPr>
            <a:spLocks noChangeShapeType="1"/>
          </p:cNvSpPr>
          <p:nvPr/>
        </p:nvSpPr>
        <p:spPr bwMode="auto">
          <a:xfrm>
            <a:off x="958874" y="1778010"/>
            <a:ext cx="4891578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5886" tIns="35886" rIns="35886" bIns="35886"/>
          <a:lstStyle/>
          <a:p>
            <a:pPr marL="0" marR="0" lvl="0" indent="0" algn="l" defTabSz="91152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794" b="0" i="0" u="none" strike="noStrike" kern="1200" cap="none" spc="0" normalizeH="0" baseline="0" noProof="0" dirty="0">
              <a:ln>
                <a:noFill/>
              </a:ln>
              <a:solidFill>
                <a:srgbClr val="20153E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69990" name="Rectangle 6">
            <a:extLst>
              <a:ext uri="{FF2B5EF4-FFF2-40B4-BE49-F238E27FC236}">
                <a16:creationId xmlns:a16="http://schemas.microsoft.com/office/drawing/2014/main" id="{A4415EB6-43B7-D819-934A-2F7AEC68D4F0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6356844" y="2162475"/>
            <a:ext cx="4907523" cy="39941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48175" bIns="48175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28600" indent="-1143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457200" indent="-1143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690563" indent="-1190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43100" indent="-1190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00300" indent="-1190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57500" indent="-1190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4700" indent="-1190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71900" indent="-1190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1522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395" b="0" i="0" u="none" strike="noStrike" kern="1200" cap="none" spc="0" normalizeH="0" baseline="0" noProof="0" dirty="0">
              <a:ln>
                <a:noFill/>
              </a:ln>
              <a:solidFill>
                <a:srgbClr val="20153E"/>
              </a:solidFill>
              <a:effectLst/>
              <a:uLnTx/>
              <a:uFillTx/>
              <a:latin typeface="Tahoma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749548A-A35C-8D5B-6338-1A5920D7C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2930" y="485594"/>
            <a:ext cx="10321437" cy="599475"/>
          </a:xfrm>
        </p:spPr>
        <p:txBody>
          <a:bodyPr vert="horz" rIns="0"/>
          <a:lstStyle/>
          <a:p>
            <a:fld id="{10FF4802-32EA-4528-8D07-D81F9A824BC0}" type="thinkcell&lt;?xml version=&quot;1.0&quot; encoding=&quot;UTF-16&quot; standalone=&quot;yes&quot;?&gt;&lt;root reqver=&quot;36344&quot;&gt;&lt;version val=&quot;38706&quot;/&gt;&lt;PersistentType&gt;&lt;m_varval type=&quot;5&quot;&gt;&lt;/m_varval&gt;&lt;m_prec&gt;&lt;m_yearfmt&gt;&lt;begin val=&quot;0&quot;/&gt;&lt;end val=&quot;4&quot;/&gt;&lt;/m_yearfmt&gt;&lt;/m_prec&gt;&lt;m_bUseExcelFont val=&quot;0&quot;/&gt;&lt;m_bUseExcelFontColor val=&quot;0&quot;/&gt;&lt;m_strName&gt;SlideTitle&lt;/m_strName&gt;&lt;/PersistentType&gt;&lt;/root&gt;">
              <a:rPr lang="nl-NL" altLang="en-US" smtClean="0">
                <a:effectLst/>
              </a:rPr>
              <a:pPr/>
              <a:t>&lt;SlideTitle&gt;</a:t>
            </a:fld>
            <a:endParaRPr lang="nl-NL" noProof="0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3DB7527D-96B6-48E5-CC81-B61FE7DD1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152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3DF468-94A5-4653-9839-3CE0E4B7AE20}" type="slidenum">
              <a:rPr kumimoji="0" lang="nl-NL" sz="708" b="0" i="0" u="none" strike="noStrike" kern="1200" cap="none" spc="0" normalizeH="0" baseline="0" noProof="0">
                <a:ln>
                  <a:noFill/>
                </a:ln>
                <a:solidFill>
                  <a:srgbClr val="336A88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pPr marL="0" marR="0" lvl="0" indent="0" algn="r" defTabSz="91152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nl-NL" sz="708" b="0" i="0" u="none" strike="noStrike" kern="1200" cap="none" spc="0" normalizeH="0" baseline="0" noProof="0" dirty="0">
              <a:ln>
                <a:noFill/>
              </a:ln>
              <a:solidFill>
                <a:srgbClr val="336A88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170061" name="Voettekst [SS]">
            <a:extLst>
              <a:ext uri="{FF2B5EF4-FFF2-40B4-BE49-F238E27FC236}">
                <a16:creationId xmlns:a16="http://schemas.microsoft.com/office/drawing/2014/main" id="{5A109819-DE01-E220-3CA5-BAC51C1389A1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882274" y="6525249"/>
            <a:ext cx="8373220" cy="184764"/>
          </a:xfrm>
          <a:prstGeom prst="rect">
            <a:avLst/>
          </a:prstGeom>
        </p:spPr>
        <p:txBody>
          <a:bodyPr anchor="b"/>
          <a:lstStyle/>
          <a:p>
            <a:pPr marL="0" marR="0" lvl="0" indent="0" algn="l" defTabSz="9144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540" b="0" i="0" u="none" strike="noStrike" kern="1200" cap="none" spc="0" normalizeH="0" baseline="0" noProof="0" dirty="0">
              <a:ln>
                <a:noFill/>
              </a:ln>
              <a:solidFill>
                <a:srgbClr val="20153E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0" marR="0" lvl="0" indent="0" algn="l" defTabSz="9144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540" b="0" i="0" u="none" strike="noStrike" kern="1200" cap="none" spc="0" normalizeH="0" baseline="0" noProof="0" dirty="0">
              <a:ln>
                <a:noFill/>
              </a:ln>
              <a:solidFill>
                <a:srgbClr val="20153E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0" marR="0" lvl="0" indent="0" algn="l" defTabSz="9144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540" b="0" i="0" u="none" strike="noStrike" kern="1200" cap="none" spc="0" normalizeH="0" baseline="0" noProof="0" dirty="0">
                <a:ln>
                  <a:noFill/>
                </a:ln>
                <a:solidFill>
                  <a:srgbClr val="20153E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Resultaten gebaseerd op eigen berekeningen van ahti op basis van niet-openbare CBS microdata van het Centraal Bureau voor de Statistiek</a:t>
            </a:r>
          </a:p>
          <a:p>
            <a:pPr marL="0" marR="0" lvl="0" indent="0" algn="l" defTabSz="9144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540" b="0" i="0" u="none" strike="noStrike" kern="1200" cap="none" spc="0" normalizeH="0" baseline="0" noProof="0" dirty="0">
                <a:ln>
                  <a:noFill/>
                </a:ln>
                <a:solidFill>
                  <a:srgbClr val="20153E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Bron: CBS; ahti analyses</a:t>
            </a:r>
          </a:p>
        </p:txBody>
      </p:sp>
      <p:graphicFrame>
        <p:nvGraphicFramePr>
          <p:cNvPr id="34" name="Chart 3">
            <a:extLst>
              <a:ext uri="{FF2B5EF4-FFF2-40B4-BE49-F238E27FC236}">
                <a16:creationId xmlns:a16="http://schemas.microsoft.com/office/drawing/2014/main" id="{44199343-9DE5-2F67-96FD-2639C2E4F7F5}"/>
              </a:ext>
            </a:extLst>
          </p:cNvPr>
          <p:cNvGraphicFramePr/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2049900781"/>
              </p:ext>
            </p:extLst>
          </p:nvPr>
        </p:nvGraphicFramePr>
        <p:xfrm>
          <a:off x="835025" y="2211388"/>
          <a:ext cx="3703638" cy="3270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5"/>
          </a:graphicData>
        </a:graphic>
      </p:graphicFrame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DA3F89A1-9DD5-A7C7-F177-717729E86A5F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1398588" y="5334000"/>
            <a:ext cx="400050" cy="265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241439" indent="-241439" algn="l" defTabSz="908419" rtl="0" eaLnBrk="1" latinLnBrk="0" hangingPunct="1">
              <a:lnSpc>
                <a:spcPct val="125000"/>
              </a:lnSpc>
              <a:spcBef>
                <a:spcPts val="0"/>
              </a:spcBef>
              <a:buSzPct val="85000"/>
              <a:buFontTx/>
              <a:buBlip>
                <a:blip r:embed="rId16"/>
              </a:buBlip>
              <a:defRPr sz="13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51147" indent="-187787" algn="l" defTabSz="908419" rtl="0" eaLnBrk="1" latinLnBrk="0" hangingPunct="1">
              <a:lnSpc>
                <a:spcPct val="125000"/>
              </a:lnSpc>
              <a:spcBef>
                <a:spcPts val="0"/>
              </a:spcBef>
              <a:buSzPct val="50000"/>
              <a:buFontTx/>
              <a:buBlip>
                <a:blip r:embed="rId17"/>
              </a:buBlip>
              <a:defRPr sz="13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08419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08419" rtl="0" eaLnBrk="1" latinLnBrk="0" hangingPunct="1">
              <a:lnSpc>
                <a:spcPct val="125000"/>
              </a:lnSpc>
              <a:spcBef>
                <a:spcPts val="1341"/>
              </a:spcBef>
              <a:buFont typeface="Arial" panose="020B0604020202020204" pitchFamily="34" charset="0"/>
              <a:buNone/>
              <a:defRPr sz="1595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l" defTabSz="908419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98152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5236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0657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6078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5E78970A-B3D6-42C7-A0BB-F95564BD41AE}" type="datetime'''''''''''''2''''''''''0''''''''''''''''''2''''''''''''''4'">
              <a:rPr lang="nl-NL" altLang="en-US" smtClean="0">
                <a:effectLst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2024</a:t>
            </a:fld>
            <a:endParaRPr lang="nl-NL" dirty="0"/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E49B3A1-2D23-4827-3A3D-AB39AC9665A7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2827338" y="5334000"/>
            <a:ext cx="400050" cy="265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241439" indent="-241439" algn="l" defTabSz="908419" rtl="0" eaLnBrk="1" latinLnBrk="0" hangingPunct="1">
              <a:lnSpc>
                <a:spcPct val="125000"/>
              </a:lnSpc>
              <a:spcBef>
                <a:spcPts val="0"/>
              </a:spcBef>
              <a:buSzPct val="85000"/>
              <a:buFontTx/>
              <a:buBlip>
                <a:blip r:embed="rId16"/>
              </a:buBlip>
              <a:defRPr sz="13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51147" indent="-187787" algn="l" defTabSz="908419" rtl="0" eaLnBrk="1" latinLnBrk="0" hangingPunct="1">
              <a:lnSpc>
                <a:spcPct val="125000"/>
              </a:lnSpc>
              <a:spcBef>
                <a:spcPts val="0"/>
              </a:spcBef>
              <a:buSzPct val="50000"/>
              <a:buFontTx/>
              <a:buBlip>
                <a:blip r:embed="rId17"/>
              </a:buBlip>
              <a:defRPr sz="13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08419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08419" rtl="0" eaLnBrk="1" latinLnBrk="0" hangingPunct="1">
              <a:lnSpc>
                <a:spcPct val="125000"/>
              </a:lnSpc>
              <a:spcBef>
                <a:spcPts val="1341"/>
              </a:spcBef>
              <a:buFont typeface="Arial" panose="020B0604020202020204" pitchFamily="34" charset="0"/>
              <a:buNone/>
              <a:defRPr sz="1595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l" defTabSz="908419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98152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5236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0657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6078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2211BB55-BD5C-4AA7-BEF3-ECABC0B1D49E}" type="datetime'''''''''''''''''''''''''2''''''''''''''''''''''0''25'">
              <a:rPr lang="nl-NL" altLang="en-US" smtClean="0">
                <a:effectLst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2025</a:t>
            </a:fld>
            <a:endParaRPr lang="nl-NL" dirty="0"/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5D6F585B-7C8F-2918-1BDB-071DE4244A80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4256088" y="5334000"/>
            <a:ext cx="400050" cy="265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241439" indent="-241439" algn="l" defTabSz="908419" rtl="0" eaLnBrk="1" latinLnBrk="0" hangingPunct="1">
              <a:lnSpc>
                <a:spcPct val="125000"/>
              </a:lnSpc>
              <a:spcBef>
                <a:spcPts val="0"/>
              </a:spcBef>
              <a:buSzPct val="85000"/>
              <a:buFontTx/>
              <a:buBlip>
                <a:blip r:embed="rId16"/>
              </a:buBlip>
              <a:defRPr sz="13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51147" indent="-187787" algn="l" defTabSz="908419" rtl="0" eaLnBrk="1" latinLnBrk="0" hangingPunct="1">
              <a:lnSpc>
                <a:spcPct val="125000"/>
              </a:lnSpc>
              <a:spcBef>
                <a:spcPts val="0"/>
              </a:spcBef>
              <a:buSzPct val="50000"/>
              <a:buFontTx/>
              <a:buBlip>
                <a:blip r:embed="rId17"/>
              </a:buBlip>
              <a:defRPr sz="13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08419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08419" rtl="0" eaLnBrk="1" latinLnBrk="0" hangingPunct="1">
              <a:lnSpc>
                <a:spcPct val="125000"/>
              </a:lnSpc>
              <a:spcBef>
                <a:spcPts val="1341"/>
              </a:spcBef>
              <a:buFont typeface="Arial" panose="020B0604020202020204" pitchFamily="34" charset="0"/>
              <a:buNone/>
              <a:defRPr sz="1595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l" defTabSz="908419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98152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5236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0657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6078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DEA2C172-343A-49DA-AB35-35331DF703AB}" type="datetime'''''''''''''''2''''''''0''''''''''''''2''''''''''''''6'">
              <a:rPr lang="nl-NL" altLang="en-US" smtClean="0">
                <a:effectLst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2026</a:t>
            </a:fld>
            <a:endParaRPr lang="nl-NL" dirty="0"/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7785E390-A024-89F4-F456-71C253EEB276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4597400" y="2571750"/>
            <a:ext cx="622300" cy="265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241439" indent="-241439" algn="l" defTabSz="908419" rtl="0" eaLnBrk="1" latinLnBrk="0" hangingPunct="1">
              <a:lnSpc>
                <a:spcPct val="125000"/>
              </a:lnSpc>
              <a:spcBef>
                <a:spcPts val="0"/>
              </a:spcBef>
              <a:buSzPct val="85000"/>
              <a:buFontTx/>
              <a:buBlip>
                <a:blip r:embed="rId16"/>
              </a:buBlip>
              <a:defRPr sz="13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51147" indent="-187787" algn="l" defTabSz="908419" rtl="0" eaLnBrk="1" latinLnBrk="0" hangingPunct="1">
              <a:lnSpc>
                <a:spcPct val="125000"/>
              </a:lnSpc>
              <a:spcBef>
                <a:spcPts val="0"/>
              </a:spcBef>
              <a:buSzPct val="50000"/>
              <a:buFontTx/>
              <a:buBlip>
                <a:blip r:embed="rId17"/>
              </a:buBlip>
              <a:defRPr sz="13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08419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08419" rtl="0" eaLnBrk="1" latinLnBrk="0" hangingPunct="1">
              <a:lnSpc>
                <a:spcPct val="125000"/>
              </a:lnSpc>
              <a:spcBef>
                <a:spcPts val="1341"/>
              </a:spcBef>
              <a:buFont typeface="Arial" panose="020B0604020202020204" pitchFamily="34" charset="0"/>
              <a:buNone/>
              <a:defRPr sz="1595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l" defTabSz="908419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98152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5236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0657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6078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ct val="0"/>
              </a:spcBef>
              <a:spcAft>
                <a:spcPct val="0"/>
              </a:spcAft>
              <a:buNone/>
            </a:pPr>
            <a:fld id="{54C5EE03-7719-46A2-8150-85233A41DDE5}" type="datetime'''S''er''i''''''''''''''e''''s 1'''''''">
              <a:rPr lang="nl-NL" altLang="en-US" smtClean="0">
                <a:effectLst/>
              </a:rPr>
              <a:pPr/>
              <a:t>Series 1</a:t>
            </a:fld>
            <a:endParaRPr lang="nl-NL" dirty="0"/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B8159F63-CC7E-1FAA-9207-158543A037D2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4597400" y="2971800"/>
            <a:ext cx="622300" cy="265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241439" indent="-241439" algn="l" defTabSz="908419" rtl="0" eaLnBrk="1" latinLnBrk="0" hangingPunct="1">
              <a:lnSpc>
                <a:spcPct val="125000"/>
              </a:lnSpc>
              <a:spcBef>
                <a:spcPts val="0"/>
              </a:spcBef>
              <a:buSzPct val="85000"/>
              <a:buFontTx/>
              <a:buBlip>
                <a:blip r:embed="rId16"/>
              </a:buBlip>
              <a:defRPr sz="13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51147" indent="-187787" algn="l" defTabSz="908419" rtl="0" eaLnBrk="1" latinLnBrk="0" hangingPunct="1">
              <a:lnSpc>
                <a:spcPct val="125000"/>
              </a:lnSpc>
              <a:spcBef>
                <a:spcPts val="0"/>
              </a:spcBef>
              <a:buSzPct val="50000"/>
              <a:buFontTx/>
              <a:buBlip>
                <a:blip r:embed="rId17"/>
              </a:buBlip>
              <a:defRPr sz="13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08419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08419" rtl="0" eaLnBrk="1" latinLnBrk="0" hangingPunct="1">
              <a:lnSpc>
                <a:spcPct val="125000"/>
              </a:lnSpc>
              <a:spcBef>
                <a:spcPts val="1341"/>
              </a:spcBef>
              <a:buFont typeface="Arial" panose="020B0604020202020204" pitchFamily="34" charset="0"/>
              <a:buNone/>
              <a:defRPr sz="1595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l" defTabSz="908419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98152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5236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0657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6078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ct val="0"/>
              </a:spcBef>
              <a:spcAft>
                <a:spcPct val="0"/>
              </a:spcAft>
              <a:buNone/>
            </a:pPr>
            <a:fld id="{0AE79384-BE81-4A0D-8CDB-27B4421DCBB3}" type="datetime'''''''''''''''''''S''''''e''r''''i''e''s'''''''''''''''' 2'">
              <a:rPr lang="nl-NL" altLang="en-US" smtClean="0">
                <a:effectLst/>
              </a:rPr>
              <a:pPr/>
              <a:t>Series 2</a:t>
            </a:fld>
            <a:endParaRPr lang="nl-NL" dirty="0"/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865AB219-21AA-2367-83BD-15466D0A65D0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auto">
          <a:xfrm>
            <a:off x="4597400" y="4114800"/>
            <a:ext cx="622300" cy="265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241439" indent="-241439" algn="l" defTabSz="908419" rtl="0" eaLnBrk="1" latinLnBrk="0" hangingPunct="1">
              <a:lnSpc>
                <a:spcPct val="125000"/>
              </a:lnSpc>
              <a:spcBef>
                <a:spcPts val="0"/>
              </a:spcBef>
              <a:buSzPct val="85000"/>
              <a:buFontTx/>
              <a:buBlip>
                <a:blip r:embed="rId16"/>
              </a:buBlip>
              <a:defRPr sz="13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51147" indent="-187787" algn="l" defTabSz="908419" rtl="0" eaLnBrk="1" latinLnBrk="0" hangingPunct="1">
              <a:lnSpc>
                <a:spcPct val="125000"/>
              </a:lnSpc>
              <a:spcBef>
                <a:spcPts val="0"/>
              </a:spcBef>
              <a:buSzPct val="50000"/>
              <a:buFontTx/>
              <a:buBlip>
                <a:blip r:embed="rId17"/>
              </a:buBlip>
              <a:defRPr sz="13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08419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08419" rtl="0" eaLnBrk="1" latinLnBrk="0" hangingPunct="1">
              <a:lnSpc>
                <a:spcPct val="125000"/>
              </a:lnSpc>
              <a:spcBef>
                <a:spcPts val="1341"/>
              </a:spcBef>
              <a:buFont typeface="Arial" panose="020B0604020202020204" pitchFamily="34" charset="0"/>
              <a:buNone/>
              <a:defRPr sz="1595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l" defTabSz="908419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98152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5236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0657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6078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ct val="0"/>
              </a:spcBef>
              <a:spcAft>
                <a:spcPct val="0"/>
              </a:spcAft>
              <a:buNone/>
            </a:pPr>
            <a:fld id="{2E28E856-3825-4CB4-BE77-322214CAD4A3}" type="datetime'Se''''''''''''''''''''r''''''ie''''s'''''' ''''''''3'''''''">
              <a:rPr lang="nl-NL" altLang="en-US" smtClean="0">
                <a:effectLst/>
              </a:rPr>
              <a:pPr/>
              <a:t>Series 3</a:t>
            </a:fld>
            <a:endParaRPr lang="nl-NL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6729730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32687&quot;&gt;&lt;version val=&quot;38704&quot;/&gt;&lt;CPresentation id=&quot;1&quot;&gt;&lt;m_precDefaultOrdinal&gt;&lt;m_bNumberIsYear val=&quot;1&quot;/&gt;&lt;m_chMinusSymbol&gt;-&lt;/m_chMinusSymbol&gt;&lt;m_chDecimalSymbol17909&gt;,&lt;/m_chDecimalSymbol17909&gt;&lt;m_nGroupingDigits17909 val=&quot;3&quot;/&gt;&lt;m_chGroupingSymbol17909&gt;.&lt;/m_chGroupingSymbol17909&gt;&lt;m_yearfmt&gt;&lt;begin val=&quot;0&quot;/&gt;&lt;end val=&quot;4&quot;/&gt;&lt;/m_yearfmt&gt;&lt;/m_precDefaultOrdinal&gt;&lt;m_precDefaultNumber&gt;&lt;m_bNumberIsYear val=&quot;1&quot;/&gt;&lt;m_chMinusSymbol&gt;-&lt;/m_chMinusSymbol&gt;&lt;m_chDecimalSymbol17909&gt;,&lt;/m_chDecimalSymbol17909&gt;&lt;m_nGroupingDigits17909 val=&quot;3&quot;/&gt;&lt;m_chGroupingSymbol17909&gt;.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,&lt;/m_chDecimalSymbol17909&gt;&lt;m_nGroupingDigits17909 val=&quot;3&quot;/&gt;&lt;m_chGroupingSymbol17909&gt;.&lt;/m_chGroupingSymbol17909&gt;&lt;m_strSuffix17909&gt;%&lt;/m_strSuffix17909&gt;&lt;m_yearfmt&gt;&lt;begin val=&quot;0&quot;/&gt;&lt;end val=&quot;4&quot;/&gt;&lt;/m_yearfmt&gt;&lt;/m_precDefaultPercent&gt;&lt;m_precDefaultDate&gt;&lt;m_yearfmt&gt;&lt;begin val=&quot;0&quot;/&gt;&lt;end val=&quot;4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fgn_sOAxOh8xzVsmRv9D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5NYxXlb89HfJupf1inY2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3th.UDXvKJ.W2cJUosBxQ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3P0YH2sluV2p84ieT4LJg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GB1ci_LhimzpnVcB42Gpw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3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2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LIDE" val="MLNK9a987123cb1741ffaec7630a91151a0c"/>
  <p:tag name="MACABACUSLINK" val="&lt;Links vendor=&quot;Macabacus&quot;&gt;&lt;Link version=&quot;9.7.2.0&quot;&gt;&lt;Source&gt;&lt;![CDATA[%USER_FOLDER%\OneDrive\Documenten\Macabacus\Personal Library\Slides\de764d\adff09.pptx]]&gt;&lt;/Source&gt;&lt;SourceModified&gt;2022-04-11 08:20:27&lt;/SourceModified&gt;&lt;ParentId&gt;&lt;/ParentId&gt;&lt;LinkId&gt;c2e7935aebb65005&lt;/LinkId&gt;&lt;FriendlyName&gt;&lt;/FriendlyName&gt;&lt;Type&gt;10&lt;/Type&gt;&lt;Address&gt;&lt;/Address&gt;&lt;LastUpdate&gt;2025-01-10 12:02:57&lt;/LastUpdate&gt;&lt;User&gt;&lt;/User&gt;&lt;SourceFormat&gt;True&lt;/SourceFormat&gt;&lt;/Link&gt;&lt;/Links&gt;"/>
  <p:tag name="MACABACUS_LIB_CONTENT" val="&lt;LibraryInfo vendor=&quot;Macabacus&quot; version=&quot;9.7.2.0&quot;&gt;&lt;LibraryId&gt;&lt;/LibraryId&gt;&lt;Permission&gt;0&lt;/Permission&gt;&lt;ContentPath&gt;&lt;![CDATA[%USER_FOLDER%\OneDrive\Documenten\Macabacus\Personal Library\Slides\de764d\adff09.pptx]]&gt;&lt;/ContentPath&gt;&lt;ContentType&gt;1&lt;/ContentType&gt;&lt;ContentId&gt;c2e7935aebb65005&lt;/ContentId&gt;&lt;Title&gt;Slide89&lt;/Title&gt;&lt;CurrentVersion&gt;1&lt;/CurrentVersion&gt;&lt;IgnoredVersion /&gt;&lt;KeepSrcFormatting&gt;True&lt;/KeepSrcFormatting&gt;&lt;ModifiedAt&gt;2025-01-10 11:02:56&lt;/ModifiedAt&gt;&lt;ModifiedBy&gt;Marcel Geurts&lt;/ModifiedBy&gt;&lt;/LibraryInfo&gt;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STERSHAPE_ID" val="9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ev08x.bawgwh20w3RY1Ww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PZKkfoPbHp_D6XvFjaquA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HWRSrgrPa27AR0ZV8ZBjQ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gKgwiiCUGgGKYgtsUFxwg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zFPEFkNZBUOcTsgxsczoQ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piehIr5hgEFpa9FNUZDBA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YWX4_9ZwJMOa4lLSpa.UA"/>
</p:tagLst>
</file>

<file path=ppt/theme/theme1.xml><?xml version="1.0" encoding="utf-8"?>
<a:theme xmlns:a="http://schemas.openxmlformats.org/drawingml/2006/main" name="1_Kantoorthema">
  <a:themeElements>
    <a:clrScheme name="Aangepast 1">
      <a:dk1>
        <a:srgbClr val="20153E"/>
      </a:dk1>
      <a:lt1>
        <a:sysClr val="window" lastClr="FFFFFF"/>
      </a:lt1>
      <a:dk2>
        <a:srgbClr val="009DDC"/>
      </a:dk2>
      <a:lt2>
        <a:srgbClr val="F4F4F4"/>
      </a:lt2>
      <a:accent1>
        <a:srgbClr val="009DDC"/>
      </a:accent1>
      <a:accent2>
        <a:srgbClr val="336A88"/>
      </a:accent2>
      <a:accent3>
        <a:srgbClr val="EE3124"/>
      </a:accent3>
      <a:accent4>
        <a:srgbClr val="F4F4F4"/>
      </a:accent4>
      <a:accent5>
        <a:srgbClr val="20153E"/>
      </a:accent5>
      <a:accent6>
        <a:srgbClr val="524F50"/>
      </a:accent6>
      <a:hlink>
        <a:srgbClr val="20153E"/>
      </a:hlink>
      <a:folHlink>
        <a:srgbClr val="20153E"/>
      </a:folHlink>
    </a:clrScheme>
    <a:fontScheme name="Aangepast 46">
      <a:majorFont>
        <a:latin typeface="Century Gothic"/>
        <a:ea typeface=""/>
        <a:cs typeface=""/>
      </a:majorFont>
      <a:minorFont>
        <a:latin typeface="Tahoma"/>
        <a:ea typeface=""/>
        <a:cs typeface=""/>
      </a:minorFont>
    </a:fontScheme>
    <a:fmtScheme name="Kantoor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87e4a9" id="{B42F9BC7-6A4E-4EC7-8E39-8D9E47F27A24}" vid="{7E086959-777A-4B15-A920-91B878EEEB25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</Words>
  <Application>Microsoft Office PowerPoint</Application>
  <PresentationFormat>Breedbeeld</PresentationFormat>
  <Paragraphs>15</Paragraphs>
  <Slides>1</Slides>
  <Notes>1</Notes>
  <HiddenSlides>0</HiddenSlides>
  <MMClips>0</MMClips>
  <ScaleCrop>false</ScaleCrop>
  <HeadingPairs>
    <vt:vector size="8" baseType="variant">
      <vt:variant>
        <vt:lpstr>Gebruikte lettertypen</vt:lpstr>
      </vt:variant>
      <vt:variant>
        <vt:i4>6</vt:i4>
      </vt:variant>
      <vt:variant>
        <vt:lpstr>Thema</vt:lpstr>
      </vt:variant>
      <vt:variant>
        <vt:i4>1</vt:i4>
      </vt:variant>
      <vt:variant>
        <vt:lpstr>Ingesloten OLE-bronprogramma's</vt:lpstr>
      </vt:variant>
      <vt:variant>
        <vt:i4>1</vt:i4>
      </vt:variant>
      <vt:variant>
        <vt:lpstr>Diatitels</vt:lpstr>
      </vt:variant>
      <vt:variant>
        <vt:i4>1</vt:i4>
      </vt:variant>
    </vt:vector>
  </HeadingPairs>
  <TitlesOfParts>
    <vt:vector size="9" baseType="lpstr">
      <vt:lpstr>Aptos</vt:lpstr>
      <vt:lpstr>Arial</vt:lpstr>
      <vt:lpstr>Arial Black</vt:lpstr>
      <vt:lpstr>Calibri</vt:lpstr>
      <vt:lpstr>Century Gothic</vt:lpstr>
      <vt:lpstr>Tahoma</vt:lpstr>
      <vt:lpstr>1_Kantoorthema</vt:lpstr>
      <vt:lpstr>think-cell Slide</vt:lpstr>
      <vt:lpstr>&lt;SlideTitle&gt;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Tijn Schickendantz | ahti</dc:creator>
  <cp:lastModifiedBy>Tijn Schickendantz | ahti</cp:lastModifiedBy>
  <cp:revision>2</cp:revision>
  <dcterms:created xsi:type="dcterms:W3CDTF">2026-07-20T14:12:49Z</dcterms:created>
  <dcterms:modified xsi:type="dcterms:W3CDTF">2026-07-20T14:13:28Z</dcterms:modified>
</cp:coreProperties>
</file>
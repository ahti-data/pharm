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541010770505385E-2"/>
          <c:y val="8.7499999999999994E-2"/>
          <c:w val="0.95691797845898918"/>
          <c:h val="0.82499999999999996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7E6-4B3D-9192-EC248E2787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7E6-4B3D-9192-EC248E2787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7E6-4B3D-9192-EC248E2787BA}"/>
              </c:ext>
            </c:extLst>
          </c:dPt>
          <c:dLbls>
            <c:dLbl>
              <c:idx val="0"/>
              <c:layout>
                <c:manualLayout>
                  <c:x val="0.17812758906379453"/>
                  <c:y val="3.53571428571428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E6-4B3D-9192-EC248E2787BA}"/>
                </c:ext>
              </c:extLst>
            </c:dLbl>
            <c:dLbl>
              <c:idx val="1"/>
              <c:layout>
                <c:manualLayout>
                  <c:x val="-0.17025683512841758"/>
                  <c:y val="5.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E6-4B3D-9192-EC248E2787BA}"/>
                </c:ext>
              </c:extLst>
            </c:dLbl>
            <c:dLbl>
              <c:idx val="2"/>
              <c:layout>
                <c:manualLayout>
                  <c:x val="-0.10563380281690141"/>
                  <c:y val="-0.13500000000000001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7E6-4B3D-9192-EC248E2787B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E6-4B3D-9192-EC248E278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chart" Target="../charts/chart1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image" Target="../media/image11.emf"/><Relationship Id="rId5" Type="http://schemas.openxmlformats.org/officeDocument/2006/relationships/tags" Target="../tags/tag140.xml"/><Relationship Id="rId10" Type="http://schemas.openxmlformats.org/officeDocument/2006/relationships/oleObject" Target="../embeddings/oleObject67.bin"/><Relationship Id="rId4" Type="http://schemas.openxmlformats.org/officeDocument/2006/relationships/tags" Target="../tags/tag139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533200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4" imgH="344" progId="TCLayout.ActiveDocument.1">
                  <p:embed/>
                </p:oleObj>
              </mc:Choice>
              <mc:Fallback>
                <p:oleObj name="think-cell Slide" r:id="rId1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4C0AC22-B878-736B-D267-92FED721B70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89667581"/>
              </p:ext>
            </p:extLst>
          </p:nvPr>
        </p:nvGraphicFramePr>
        <p:xfrm>
          <a:off x="1466850" y="1773238"/>
          <a:ext cx="3832225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319EBB73-5C26-1049-8861-2F464D14881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227638" y="4354513"/>
            <a:ext cx="622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5A6E501-3574-4699-B8F8-F46B037FE1BC}" type="datetime'Se''''ri''''e''''''''''''''''''s'' ''''''''1'''''''''''''''">
              <a:rPr lang="nl-NL" altLang="en-US" sz="1400" smtClean="0"/>
              <a:pPr/>
              <a:t>Series 1</a:t>
            </a:fld>
            <a:endParaRPr lang="nl-NL" sz="1400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6BFE4D8B-3907-CCC4-CFAA-EEED30C9F5D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987425" y="4606925"/>
            <a:ext cx="622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0BF0969A-4BE2-4C6E-865B-4BF61A738B62}" type="datetime'''''''''''''''Se''''''''''r''''i''''e''s'''''' ''''''''''2'''">
              <a:rPr lang="nl-NL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nl-NL" sz="1400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3DF9A82D-2726-2A3C-EEE8-ABAB5001F59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736725" y="2251075"/>
            <a:ext cx="622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A75B542-EE98-4625-9D43-D0F8D3204770}" type="datetime'''''''''''S''''''''e''''''''''''''''''ries'''''''''''' 3'''''">
              <a:rPr lang="nl-NL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3</a:t>
            </a:fld>
            <a:endParaRPr lang="nl-NL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.9AO5DjyubnTo.ODWoAp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.5RDkPa4qIDnvHydfbH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j3ed_G0SSuSyKeR8Zo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Zu6XNalx2bopGV9w86Aw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212</TotalTime>
  <Words>50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Menezes Bravo Alvo Nunes, L. (Leonardo)</cp:lastModifiedBy>
  <cp:revision>12</cp:revision>
  <dcterms:created xsi:type="dcterms:W3CDTF">2026-05-13T14:33:17Z</dcterms:created>
  <dcterms:modified xsi:type="dcterms:W3CDTF">2026-07-17T17:21:53Z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
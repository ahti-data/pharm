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9" r:id="rId4"/>
    <p:sldMasterId id="2147483939" r:id="rId5"/>
    <p:sldMasterId id="2147483954" r:id="rId6"/>
    <p:sldMasterId id="2147483967" r:id="rId7"/>
    <p:sldMasterId id="2147483998" r:id="rId8"/>
  </p:sldMasterIdLst>
  <p:notesMasterIdLst>
    <p:notesMasterId r:id="rId10"/>
  </p:notesMasterIdLst>
  <p:handoutMasterIdLst>
    <p:handoutMasterId r:id="rId11"/>
  </p:handoutMasterIdLst>
  <p:sldIdLst>
    <p:sldId id="2324" r:id="rId9"/>
  </p:sldIdLst>
  <p:sldSz cx="12192000" cy="6858000"/>
  <p:notesSz cx="6858000" cy="9144000"/>
  <p:custDataLst>
    <p:tags r:id="rId12"/>
  </p:custDataLst>
  <p:defaultTextStyle>
    <a:defPPr>
      <a:defRPr lang="nl-NL"/>
    </a:defPPr>
    <a:lvl1pPr marL="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1pPr>
    <a:lvl2pPr marL="67729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2pPr>
    <a:lvl3pPr marL="1354592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3pPr>
    <a:lvl4pPr marL="2031888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4pPr>
    <a:lvl5pPr marL="2709184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5pPr>
    <a:lvl6pPr marL="338648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6pPr>
    <a:lvl7pPr marL="406377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7pPr>
    <a:lvl8pPr marL="4741073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8pPr>
    <a:lvl9pPr marL="5418369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908" userDrawn="1">
          <p15:clr>
            <a:srgbClr val="A4A3A4"/>
          </p15:clr>
        </p15:guide>
        <p15:guide id="22" orient="horz" pos="1593" userDrawn="1">
          <p15:clr>
            <a:srgbClr val="A4A3A4"/>
          </p15:clr>
        </p15:guide>
        <p15:guide id="24" pos="574" userDrawn="1">
          <p15:clr>
            <a:srgbClr val="A4A3A4"/>
          </p15:clr>
        </p15:guide>
        <p15:guide id="25" pos="7106" userDrawn="1">
          <p15:clr>
            <a:srgbClr val="A4A3A4"/>
          </p15:clr>
        </p15:guide>
        <p15:guide id="26" orient="horz" pos="2591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9" pos="4067" userDrawn="1">
          <p15:clr>
            <a:srgbClr val="A4A3A4"/>
          </p15:clr>
        </p15:guide>
        <p15:guide id="30" pos="361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026A00-8BE7-AF7F-A90B-89C1C39F422C}" name="Marcel Geurts" initials="MG" userId="S::Geurts@healthventurepartners.nl::d29bb2ba-58bb-41b8-97b2-b6349d8b9a1c" providerId="AD"/>
  <p188:author id="{D6774C1E-C7FD-08EA-177E-EFCADEA11F60}" name="Heleen Klapwijk" initials="HK" userId="S::h.klapwijk@ahti.nl::eedee6d5-90ae-4530-805c-9fb612b93679" providerId="AD"/>
  <p188:author id="{EEDB1A66-6EBA-6773-E41A-9D903BD7D1CC}" name="Malou Sprinkhuizen" initials="MS" userId="S::m.sprinkhuizen@ahti.nl::9362aaec-73bf-4c73-8859-618ad7550d09" providerId="AD"/>
  <p188:author id="{FF9D9069-6FD2-3848-B433-3A0F76FB809E}" name="Marcel Geurts" initials="" userId="S::m.geurts@ahti.nl::7a68578e-58eb-4257-b468-571bc8f48311" providerId="AD"/>
  <p188:author id="{3C9AC981-BB53-D571-02E5-98CCAE7AD09F}" name="Gastgebruiker" initials="Ga" userId="Gastgebruiker" providerId="Windows Live"/>
  <p188:author id="{6A88119A-F693-9C85-A78E-50E71B3178E6}" name="Lianne Hoeijmakers" initials="LH" userId="S::l.hoeijmakers@ahti.nl::d7915e28-388f-4254-9da5-f69e3505f1bd" providerId="AD"/>
  <p188:author id="{4A487FD4-FFCE-6312-25B8-FDB4CE225227}" name="Renske Braken" initials="RB" userId="S::r.braken@ahti.nl::8ffbd655-549a-45f6-a0ea-f90e79f20bfa" providerId="AD"/>
  <p188:author id="{C414D1D6-844C-769E-A07C-8BE10E1C02E8}" name="Simone van Dormolen" initials="SD" userId="S::s.vandormolen@ahti.nl::bc1927ea-de9d-42b9-bda4-3582c108a43b" providerId="AD"/>
  <p188:author id="{87FBD4F3-2C8B-6281-7147-FEAFE9711ED8}" name="Rosan van Zoest" initials="RvZ" userId="S::r.vanzoest@ahti.nl::62c4a79c-3b30-4d4b-b469-98f6fff41f62" providerId="AD"/>
  <p188:author id="{0C0109F7-B1BC-E2CD-3C3F-BF926B765486}" name="Danielle Ratsma" initials="DR" userId="S::d.ratsma@ahti.nl::320594a1-0856-4856-8882-e5935fcde2ef" providerId="AD"/>
  <p188:author id="{D61178F8-21C6-FB37-D194-F2266FBBDF56}" name="Marcel Geurts" initials="MG" userId="S::Marcel.Geurts@gelijkgezond.nl::929e69ab-bf51-4885-9b49-490b1746c2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.vandervelde@ahti.nl" initials="l" lastIdx="4" clrIdx="0">
    <p:extLst>
      <p:ext uri="{19B8F6BF-5375-455C-9EA6-DF929625EA0E}">
        <p15:presenceInfo xmlns:p15="http://schemas.microsoft.com/office/powerpoint/2012/main" userId="S::l.vandervelde@ahti.nl::565833e1-5e85-455a-8a4e-9f6708a56d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EEB7"/>
    <a:srgbClr val="E5DFF4"/>
    <a:srgbClr val="FCD6D3"/>
    <a:srgbClr val="00C057"/>
    <a:srgbClr val="FFF7DD"/>
    <a:srgbClr val="007635"/>
    <a:srgbClr val="FFDD71"/>
    <a:srgbClr val="F2F2F2"/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jl, gemiddeld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 showGuides="1">
      <p:cViewPr varScale="1">
        <p:scale>
          <a:sx n="54" d="100"/>
          <a:sy n="54" d="100"/>
        </p:scale>
        <p:origin x="1116" y="66"/>
      </p:cViewPr>
      <p:guideLst>
        <p:guide orient="horz" pos="2908"/>
        <p:guide orient="horz" pos="1593"/>
        <p:guide pos="574"/>
        <p:guide pos="7106"/>
        <p:guide orient="horz" pos="2591"/>
        <p:guide pos="3840"/>
        <p:guide pos="4067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414544338754219"/>
          <c:y val="6.3788027477919534E-2"/>
          <c:w val="0.86989874194538197"/>
          <c:h val="0.8724239450441609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Sheet1!$A$1:$G$1</c:f>
              <c:numCache>
                <c:formatCode>General</c:formatCode>
                <c:ptCount val="7"/>
                <c:pt idx="0">
                  <c:v>29.376467999999999</c:v>
                </c:pt>
                <c:pt idx="1">
                  <c:v>35.359696</c:v>
                </c:pt>
                <c:pt idx="2">
                  <c:v>39.087786999999999</c:v>
                </c:pt>
                <c:pt idx="3">
                  <c:v>48.558253000000001</c:v>
                </c:pt>
                <c:pt idx="4">
                  <c:v>68.881231999999997</c:v>
                </c:pt>
                <c:pt idx="5">
                  <c:v>94.479590999999999</c:v>
                </c:pt>
                <c:pt idx="6">
                  <c:v>118.432806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2B-46FA-84DB-4BE681D70F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3565792"/>
        <c:axId val="1"/>
      </c:barChart>
      <c:catAx>
        <c:axId val="34356579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343565792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6C11F2A-C2FD-0C36-C5E2-8609FF810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BED7B80-2861-C7AB-6A31-833C68A29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2482-1043-42FF-A02A-44DE480A67A4}" type="datetimeFigureOut">
              <a:rPr lang="nl-NL" smtClean="0"/>
              <a:t>19-7-2026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695BC7-C9BA-7E37-376A-C14CFB72B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8DC3B9-9FDB-9DE7-86F4-C0BA090A6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44B1-DB32-42A2-BEE0-0EEAF232612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5439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5343C8C-6286-4A27-B6BF-1DEFAE800225}" type="datetimeFigureOut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B63E5FC-EF40-443E-87EF-FD0F49DD39E8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47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7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7.emf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7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7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7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7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7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34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7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7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7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7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7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9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6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4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7.emf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5.bin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7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6.bin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0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8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26367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01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1032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78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221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63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36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949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7A20612-8A0E-3766-8A5F-390F2B37E37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r>
              <a:rPr lang="nl-NL"/>
              <a:t> Master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styles</a:t>
            </a:r>
            <a:endParaRPr lang="nl-NL"/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B34A88-C2B1-C091-3136-7168CB370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3938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5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71E775A6-D75F-EAA3-01A0-F001F89E6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B2CD67B-69D5-4621-B360-E3FA78DCACB2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4342AD8-CBD2-5E8A-171E-0EC34CEF8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42705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321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A73B778-B5CF-4BB1-B112-A9657907AD62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 rtl="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 rtl="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err="1"/>
              <a:t>Section</a:t>
            </a:r>
            <a:r>
              <a:rPr lang="nl-NL"/>
              <a:t> topic</a:t>
            </a:r>
          </a:p>
          <a:p>
            <a:pPr lvl="1"/>
            <a:r>
              <a:rPr lang="nl-NL" err="1"/>
              <a:t>Subsection</a:t>
            </a:r>
            <a:r>
              <a:rPr lang="nl-NL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15329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30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506E76F-C067-4DA5-8FE1-FAB4A628BDB1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53CE65-A1D9-9CE6-645A-30C16DD2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60228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0735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24F7394-15A3-4B0C-A066-F6A81E3B4175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2809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942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1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154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9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685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039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4430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970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0569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37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158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8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26460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429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826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490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03316A-24BE-FA8A-CAC4-DB55E10B1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8959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19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399232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46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04092D-CA4E-EA20-99FA-63510B053C05}"/>
              </a:ext>
            </a:extLst>
          </p:cNvPr>
          <p:cNvSpPr txBox="1">
            <a:spLocks/>
          </p:cNvSpPr>
          <p:nvPr userDrawn="1"/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1354592" rtl="0" eaLnBrk="1" latinLnBrk="0" hangingPunct="1">
              <a:defRPr sz="710" kern="1200">
                <a:solidFill>
                  <a:srgbClr val="736A84"/>
                </a:solidFill>
                <a:latin typeface="+mj-lt"/>
                <a:ea typeface="+mn-ea"/>
                <a:cs typeface="+mn-cs"/>
              </a:defRPr>
            </a:lvl1pPr>
            <a:lvl2pPr marL="67729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4592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1888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9184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86480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377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41073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8369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&lt;Voettekst, aanpassen via de knop Koptekst en voettekst&gt;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4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40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4716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0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181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9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5403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57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634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3472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33529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13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02218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23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11237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5342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98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5EDB6D40-AF00-D94E-3496-CCE1499530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916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1E1717-C36D-4CBC-DB08-2C85EDC5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9308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77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107978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089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B619CB-A3A2-A4ED-347F-F55638F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92074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3940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901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0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601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776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2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48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06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8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77995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622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22762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45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59953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6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FA159D-0989-B919-70B0-6E5BA7517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437842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4705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9805268-88F5-D20D-5092-E0238A61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94255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934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28030401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63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FFE759-9780-1FFC-A53C-D1FC499B1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53116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98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0524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54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3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3531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8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7630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63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82078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7323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5256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93877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12374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181051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731778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27595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26877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972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06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89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4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0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84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8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11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10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64063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B8B1-DA97-0E20-A2FD-24B1B11C9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8602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34252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E6E336-546E-D7DB-1391-C29AF7877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3127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3234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F735F-3411-3A51-C922-53DA5A71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00103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02516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18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573819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75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slideLayout" Target="../slideLayouts/slideLayout50.xml"/><Relationship Id="rId2" Type="http://schemas.openxmlformats.org/officeDocument/2006/relationships/tags" Target="../tags/tag137.xml"/><Relationship Id="rId16" Type="http://schemas.openxmlformats.org/officeDocument/2006/relationships/chart" Target="../charts/chart1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image" Target="../media/image11.emf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82550146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911522"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lang="nl-NL" altLang="en-US" sz="1080" smtClean="0">
                <a:solidFill>
                  <a:srgbClr val="20153E"/>
                </a:solidFill>
                <a:ea typeface="宋体" panose="02010600030101010101" pitchFamily="2" charset="-122"/>
              </a:rPr>
              <a:pPr/>
              <a:t>&lt;FigureTitle&gt;</a:t>
            </a:fld>
            <a:endParaRPr lang="nl-NL" sz="1080" dirty="0">
              <a:solidFill>
                <a:srgbClr val="20153E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defTabSz="911522">
              <a:defRPr/>
            </a:pPr>
            <a:endParaRPr lang="nl-NL" sz="1794" dirty="0">
              <a:solidFill>
                <a:srgbClr val="20153E"/>
              </a:solidFill>
              <a:latin typeface="Tahoma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1522">
              <a:defRPr/>
            </a:pPr>
            <a:fld id="{003DF468-94A5-4653-9839-3CE0E4B7AE20}" type="slidenum">
              <a:rPr lang="nl-NL">
                <a:solidFill>
                  <a:srgbClr val="336A88"/>
                </a:solidFill>
                <a:latin typeface="Century Gothic"/>
              </a:rPr>
              <a:pPr defTabSz="911522">
                <a:defRPr/>
              </a:pPr>
              <a:t>0</a:t>
            </a:fld>
            <a:endParaRPr lang="nl-NL" dirty="0">
              <a:solidFill>
                <a:srgbClr val="336A88"/>
              </a:solidFill>
              <a:latin typeface="Century Gothic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Resultaten gebaseerd op eigen berekeningen van ahti op basis van niet-openbare CBS microdata van het Centraal Bureau voor de Statistiek</a:t>
            </a: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Bron: CBS; ahti analyses</a:t>
            </a:r>
          </a:p>
        </p:txBody>
      </p:sp>
      <p:graphicFrame>
        <p:nvGraphicFramePr>
          <p:cNvPr id="63" name="Chart 62">
            <a:extLst>
              <a:ext uri="{FF2B5EF4-FFF2-40B4-BE49-F238E27FC236}">
                <a16:creationId xmlns:a16="http://schemas.microsoft.com/office/drawing/2014/main" id="{C27CFB58-418F-9C53-9FF9-06E38986B1E9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471933717"/>
              </p:ext>
            </p:extLst>
          </p:nvPr>
        </p:nvGraphicFramePr>
        <p:xfrm>
          <a:off x="758825" y="2171700"/>
          <a:ext cx="5173663" cy="3235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DD7D99B5-455E-FFB1-849D-0ACB69AE653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470025" y="5259388"/>
            <a:ext cx="4000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A9E2ADB-6FE7-410A-BE13-20CE9B2FC142}" type="datetime'''2''''''''0''''1''''''''''''''''6''''''''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2016</a:t>
            </a:fld>
            <a:endParaRPr lang="en-US" sz="140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9224BB83-4BDB-BE4C-75B5-D4F495713CE5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112963" y="5259388"/>
            <a:ext cx="4000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880895E-84A6-4F1F-B22F-009BA094615A}" type="datetime'''''''''2''''''''''''''''''''''0''''''''''''''1''''7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2017</a:t>
            </a:fld>
            <a:endParaRPr lang="en-US" sz="140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87222A1A-DBDB-89B3-08C4-FF2E4647A2D5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755900" y="5259388"/>
            <a:ext cx="4000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9E25488-759F-4B1B-8225-480733F8D6DA}" type="datetime'''2''''0''''''''''''''''''''''''''''1''''''8''''''''''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2018</a:t>
            </a:fld>
            <a:endParaRPr lang="en-US" sz="140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348009F-EB5F-6B58-4635-B3832E2EBAB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398838" y="5259388"/>
            <a:ext cx="4000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4E20421-8827-4EE0-B940-0CC761E5D413}" type="datetime'''2''''''''''''''''''''''''''''''''''''0''''''''19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2019</a:t>
            </a:fld>
            <a:endParaRPr lang="en-US" sz="140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E4278E2-A9BC-9CF5-126B-39CCCC67364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041775" y="5259388"/>
            <a:ext cx="4000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8D33C75-01B4-4CED-AAE0-219EA08D70BD}" type="datetime'''''''''20''''''''''''''''''''''''''''20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en-US" sz="140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777449E0-8766-AEED-F68E-8138559A722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684713" y="5259388"/>
            <a:ext cx="4000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CA33DE9-609A-48B5-967E-50D21CDED7C8}" type="datetime'''2''0''2''''''''''''''''''''''''''''1''''''''''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en-US" sz="140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5A25C9B-FA76-EC48-EF1D-88284D649F7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5327650" y="5259388"/>
            <a:ext cx="4000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EF01DA3-CA80-4156-9211-2176342421B1}" type="datetime'2''''''''''''''''''0''''2''''''''''''2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en-US" sz="1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TEMPLATEID" val="4ca2f468fc36259c"/>
  <p:tag name="MM_STAMP_CONVERTED" val="True"/>
  <p:tag name="MM_SECTION_CONVERTED" val="True"/>
  <p:tag name="THINKCELLUNDODONOTDELETE" val="0"/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67971082626156942297E+00&quot;&gt;&lt;m_msothmcolidx val=&quot;0&quot;/&gt;&lt;m_rgb r=&quot;00&quot; g=&quot;B0&quot; b=&quot;50&quot;/&gt;&lt;/elem&gt;&lt;elem m_fUsage=&quot;1.31200137098071234476E+00&quot;&gt;&lt;m_msothmcolidx val=&quot;0&quot;/&gt;&lt;m_rgb r=&quot;FF&quot; g=&quot;CD&quot; b=&quot;2F&quot;/&gt;&lt;/elem&gt;&lt;elem m_fUsage=&quot;9.64610818892266852487E-01&quot;&gt;&lt;m_msothmcolidx val=&quot;0&quot;/&gt;&lt;m_rgb r=&quot;FF&quot; g=&quot;DD&quot; b=&quot;71&quot;/&gt;&lt;/elem&gt;&lt;elem m_fUsage=&quot;3.09252961724027219947E-01&quot;&gt;&lt;m_msothmcolidx val=&quot;0&quot;/&gt;&lt;m_rgb r=&quot;E2&quot; g=&quot;B5&quot; b=&quot;1A&quot;/&gt;&lt;/elem&gt;&lt;elem m_fUsage=&quot;2.25575206337820161062E-01&quot;&gt;&lt;m_msothmcolidx val=&quot;0&quot;/&gt;&lt;m_rgb r=&quot;FA&quot; g=&quot;86&quot; b=&quot;8D&quot;/&gt;&lt;/elem&gt;&lt;elem m_fUsage=&quot;1.72807472154445418422E-01&quot;&gt;&lt;m_msothmcolidx val=&quot;0&quot;/&gt;&lt;m_rgb r=&quot;D2&quot; g=&quot;89&quot; b=&quot;00&quot;/&gt;&lt;/elem&gt;&lt;elem m_fUsage=&quot;8.86293811965250810658E-02&quot;&gt;&lt;m_msothmcolidx val=&quot;0&quot;/&gt;&lt;m_rgb r=&quot;00&quot; g=&quot;66&quot; b=&quot;5B&quot;/&gt;&lt;/elem&gt;&lt;elem m_fUsage=&quot;7.39679561536455559834E-02&quot;&gt;&lt;m_msothmcolidx val=&quot;0&quot;/&gt;&lt;m_rgb r=&quot;1E&quot; g=&quot;74&quot; b=&quot;41&quot;/&gt;&lt;/elem&gt;&lt;elem m_fUsage=&quot;4.25937218858039728930E-02&quot;&gt;&lt;m_msothmcolidx val=&quot;0&quot;/&gt;&lt;m_rgb r=&quot;DA&quot; g=&quot;B1&quot; b=&quot;AF&quot;/&gt;&lt;/elem&gt;&lt;elem m_fUsage=&quot;4.23911582752162438559E-02&quot;&gt;&lt;m_msothmcolidx val=&quot;0&quot;/&gt;&lt;m_rgb r=&quot;DA&quot; g=&quot;D8&quot; b=&quot;DF&quot;/&gt;&lt;/elem&gt;&lt;elem m_fUsage=&quot;1.33027946472911492298E-02&quot;&gt;&lt;m_msothmcolidx val=&quot;0&quot;/&gt;&lt;m_rgb r=&quot;FA&quot; g=&quot;87&quot; b=&quot;9A&quot;/&gt;&lt;/elem&gt;&lt;elem m_fUsage=&quot;9.69773729787525018420E-03&quot;&gt;&lt;m_msothmcolidx val=&quot;0&quot;/&gt;&lt;m_rgb r=&quot;99&quot; g=&quot;8C&quot; b=&quot;00&quot;/&gt;&lt;/elem&gt;&lt;elem m_fUsage=&quot;7.85516721127895063692E-03&quot;&gt;&lt;m_msothmcolidx val=&quot;0&quot;/&gt;&lt;m_rgb r=&quot;33&quot; g=&quot;68&quot; b=&quot;55&quot;/&gt;&lt;/elem&gt;&lt;elem m_fUsage=&quot;7.06965049015105539976E-03&quot;&gt;&lt;m_msothmcolidx val=&quot;0&quot;/&gt;&lt;m_rgb r=&quot;3F&quot; g=&quot;60&quot; b=&quot;59&quot;/&gt;&lt;/elem&gt;&lt;elem m_fUsage=&quot;6.36268544113595142103E-03&quot;&gt;&lt;m_msothmcolidx val=&quot;0&quot;/&gt;&lt;m_rgb r=&quot;74&quot; g=&quot;59&quot; b=&quot;1D&quot;/&gt;&lt;/elem&gt;&lt;elem m_fUsage=&quot;5.72641689702235463094E-03&quot;&gt;&lt;m_msothmcolidx val=&quot;0&quot;/&gt;&lt;m_rgb r=&quot;31&quot; g=&quot;6A&quot; b=&quot;64&quot;/&gt;&lt;/elem&gt;&lt;elem m_fUsage=&quot;5.20396215491148242394E-03&quot;&gt;&lt;m_msothmcolidx val=&quot;0&quot;/&gt;&lt;m_rgb r=&quot;2C&quot; g=&quot;13&quot; b=&quot;78&quot;/&gt;&lt;/elem&gt;&lt;elem m_fUsage=&quot;5.15377520732012046889E-03&quot;&gt;&lt;m_msothmcolidx val=&quot;0&quot;/&gt;&lt;m_rgb r=&quot;38&quot; g=&quot;65&quot; b=&quot;61&quot;/&gt;&lt;/elem&gt;&lt;elem m_fUsage=&quot;4.63839768658810824853E-03&quot;&gt;&lt;m_msothmcolidx val=&quot;0&quot;/&gt;&lt;m_rgb r=&quot;4D&quot; g=&quot;61&quot; b=&quot;3D&quot;/&gt;&lt;/elem&gt;&lt;elem m_fUsage=&quot;4.17455791792929655631E-03&quot;&gt;&lt;m_msothmcolidx val=&quot;0&quot;/&gt;&lt;m_rgb r=&quot;39&quot; g=&quot;64&quot; b=&quot;3A&quot;/&gt;&lt;/elem&gt;&lt;elem m_fUsage=&quot;3.75710212613636828846E-03&quot;&gt;&lt;m_msothmcolidx val=&quot;0&quot;/&gt;&lt;m_rgb r=&quot;3F&quot; g=&quot;65&quot; b=&quot;38&quot;/&gt;&lt;/elem&gt;&lt;elem m_fUsage=&quot;3.04325272217045731185E-03&quot;&gt;&lt;m_msothmcolidx val=&quot;0&quot;/&gt;&lt;m_rgb r=&quot;FE&quot; g=&quot;FE&quot; b=&quot;E9&quot;/&gt;&lt;/elem&gt;&lt;elem m_fUsage=&quot;1.31002050863762231972E-03&quot;&gt;&lt;m_msothmcolidx val=&quot;0&quot;/&gt;&lt;m_rgb r=&quot;00&quot; g=&quot;3C&quot; b=&quot;55&quot;/&gt;&lt;/elem&gt;&lt;elem m_fUsage=&quot;1.17901845777385982754E-03&quot;&gt;&lt;m_msothmcolidx val=&quot;0&quot;/&gt;&lt;m_rgb r=&quot;EC&quot; g=&quot;C1&quot; b=&quot;C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ib9A1tb056ce4a62q9N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7q4Vx3A_4CkZHOAYhUip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M1FXr.6EfDHNOlmZ7u1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7aqpc274I.hI4aKQvM3c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Cg5CfWUi9EFR17PLWTh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7RlC2nzEPIwP8pG4.IQ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8PWeSfi0etwf20qd0Xv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0WopYT1rDQ6IXux1BTHQ"/>
</p:tagLst>
</file>

<file path=ppt/theme/theme1.xml><?xml version="1.0" encoding="utf-8"?>
<a:theme xmlns:a="http://schemas.openxmlformats.org/drawingml/2006/main" name="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6A877CF-91D8-49D0-9368-9C16D2FAFF26}"/>
    </a:ext>
  </a:extLst>
</a:theme>
</file>

<file path=ppt/theme/theme2.xml><?xml version="1.0" encoding="utf-8"?>
<a:theme xmlns:a="http://schemas.openxmlformats.org/drawingml/2006/main" name="3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BB079BB3-6349-44B9-B823-F997373BF131}"/>
    </a:ext>
  </a:extLst>
</a:theme>
</file>

<file path=ppt/theme/theme3.xml><?xml version="1.0" encoding="utf-8"?>
<a:theme xmlns:a="http://schemas.openxmlformats.org/drawingml/2006/main" name="2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87C10E7-91D6-4B74-9C63-9C85223C6A04}"/>
    </a:ext>
  </a:extLst>
</a:theme>
</file>

<file path=ppt/theme/theme4.xml><?xml version="1.0" encoding="utf-8"?>
<a:theme xmlns:a="http://schemas.openxmlformats.org/drawingml/2006/main" name="4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8475C052-21E4-4FD8-804A-7A708CC87CD4}"/>
    </a:ext>
  </a:extLst>
</a:theme>
</file>

<file path=ppt/theme/theme5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c5ff8-4634-4fa4-8c27-89621e5bf2a5" xsi:nil="true"/>
    <lcf76f155ced4ddcb4097134ff3c332f xmlns="3daef901-3bec-4cf7-9f9d-0b0028a66df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B796F481364F9BC8E43D83D6149D" ma:contentTypeVersion="15" ma:contentTypeDescription="Een nieuw document maken." ma:contentTypeScope="" ma:versionID="c79acba1bcbbe71c7213bb984beaf1df">
  <xsd:schema xmlns:xsd="http://www.w3.org/2001/XMLSchema" xmlns:xs="http://www.w3.org/2001/XMLSchema" xmlns:p="http://schemas.microsoft.com/office/2006/metadata/properties" xmlns:ns2="3daef901-3bec-4cf7-9f9d-0b0028a66dfb" xmlns:ns3="f06c5ff8-4634-4fa4-8c27-89621e5bf2a5" targetNamespace="http://schemas.microsoft.com/office/2006/metadata/properties" ma:root="true" ma:fieldsID="4e710b6e5edd31d871be2f6d80692b0b" ns2:_="" ns3:_="">
    <xsd:import namespace="3daef901-3bec-4cf7-9f9d-0b0028a66dfb"/>
    <xsd:import namespace="f06c5ff8-4634-4fa4-8c27-89621e5bf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ef901-3bec-4cf7-9f9d-0b0028a66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40a14b0d-44bc-4dfd-b6cb-26b4cdc3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c5ff8-4634-4fa4-8c27-89621e5bf2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5ad020f-5721-4bd4-ba61-8954d2f19256}" ma:internalName="TaxCatchAll" ma:showField="CatchAllData" ma:web="f06c5ff8-4634-4fa4-8c27-89621e5bf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9D1BF1-D23B-4179-939F-55EE13FFF685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f06c5ff8-4634-4fa4-8c27-89621e5bf2a5"/>
    <ds:schemaRef ds:uri="http://schemas.microsoft.com/office/2006/metadata/properties"/>
    <ds:schemaRef ds:uri="3daef901-3bec-4cf7-9f9d-0b0028a66dfb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09299CE-A1F7-439A-9F03-182080537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aef901-3bec-4cf7-9f9d-0b0028a66dfb"/>
    <ds:schemaRef ds:uri="f06c5ff8-4634-4fa4-8c27-89621e5bf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87AA25-AFA3-4AE5-9898-79B5601355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Sjabloon ahti</Template>
  <TotalTime>221</TotalTime>
  <Words>51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宋体</vt:lpstr>
      <vt:lpstr>Aptos</vt:lpstr>
      <vt:lpstr>Arial</vt:lpstr>
      <vt:lpstr>Arial Black</vt:lpstr>
      <vt:lpstr>Calibri</vt:lpstr>
      <vt:lpstr>Century Gothic</vt:lpstr>
      <vt:lpstr>Tahoma</vt:lpstr>
      <vt:lpstr>Template ahti - nieuw</vt:lpstr>
      <vt:lpstr>3_Template ahti - nieuw</vt:lpstr>
      <vt:lpstr>2_Template ahti - nieuw</vt:lpstr>
      <vt:lpstr>4_Template ahti - nieuw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Heleen Klapwijk | ahti</dc:creator>
  <cp:lastModifiedBy>Leonardo Nunes | ahti</cp:lastModifiedBy>
  <cp:revision>13</cp:revision>
  <dcterms:created xsi:type="dcterms:W3CDTF">2026-05-13T14:33:17Z</dcterms:created>
  <dcterms:modified xsi:type="dcterms:W3CDTF">2026-07-19T00:20:25Z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0x010100D1FFB796F481364F9BC8E43D83D6149D</vt:lpwstr>
  </property>
</Properties>
</file>
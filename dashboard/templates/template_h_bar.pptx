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89" r:id="rId4"/>
    <p:sldMasterId id="2147483939" r:id="rId5"/>
    <p:sldMasterId id="2147483954" r:id="rId6"/>
    <p:sldMasterId id="2147483967" r:id="rId7"/>
    <p:sldMasterId id="2147483998" r:id="rId8"/>
  </p:sldMasterIdLst>
  <p:notesMasterIdLst>
    <p:notesMasterId r:id="rId10"/>
  </p:notesMasterIdLst>
  <p:handoutMasterIdLst>
    <p:handoutMasterId r:id="rId11"/>
  </p:handoutMasterIdLst>
  <p:sldIdLst>
    <p:sldId id="2324" r:id="rId9"/>
  </p:sldIdLst>
  <p:sldSz cx="12192000" cy="6858000"/>
  <p:notesSz cx="6858000" cy="9144000"/>
  <p:custDataLst>
    <p:tags r:id="rId12"/>
  </p:custDataLst>
  <p:defaultTextStyle>
    <a:defPPr>
      <a:defRPr lang="nl-NL"/>
    </a:defPPr>
    <a:lvl1pPr marL="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1pPr>
    <a:lvl2pPr marL="67729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2pPr>
    <a:lvl3pPr marL="1354592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3pPr>
    <a:lvl4pPr marL="2031888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4pPr>
    <a:lvl5pPr marL="2709184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5pPr>
    <a:lvl6pPr marL="3386480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6pPr>
    <a:lvl7pPr marL="4063776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7pPr>
    <a:lvl8pPr marL="4741073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8pPr>
    <a:lvl9pPr marL="5418369" algn="l" defTabSz="1354592" rtl="0" eaLnBrk="1" latinLnBrk="0" hangingPunct="1">
      <a:defRPr sz="2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2908" userDrawn="1">
          <p15:clr>
            <a:srgbClr val="A4A3A4"/>
          </p15:clr>
        </p15:guide>
        <p15:guide id="22" orient="horz" pos="1593" userDrawn="1">
          <p15:clr>
            <a:srgbClr val="A4A3A4"/>
          </p15:clr>
        </p15:guide>
        <p15:guide id="24" pos="574" userDrawn="1">
          <p15:clr>
            <a:srgbClr val="A4A3A4"/>
          </p15:clr>
        </p15:guide>
        <p15:guide id="25" pos="7106" userDrawn="1">
          <p15:clr>
            <a:srgbClr val="A4A3A4"/>
          </p15:clr>
        </p15:guide>
        <p15:guide id="26" orient="horz" pos="2591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9" pos="4067" userDrawn="1">
          <p15:clr>
            <a:srgbClr val="A4A3A4"/>
          </p15:clr>
        </p15:guide>
        <p15:guide id="30" pos="361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026A00-8BE7-AF7F-A90B-89C1C39F422C}" name="Marcel Geurts" initials="MG" userId="S::Geurts@healthventurepartners.nl::d29bb2ba-58bb-41b8-97b2-b6349d8b9a1c" providerId="AD"/>
  <p188:author id="{D6774C1E-C7FD-08EA-177E-EFCADEA11F60}" name="Heleen Klapwijk" initials="HK" userId="S::h.klapwijk@ahti.nl::eedee6d5-90ae-4530-805c-9fb612b93679" providerId="AD"/>
  <p188:author id="{EEDB1A66-6EBA-6773-E41A-9D903BD7D1CC}" name="Malou Sprinkhuizen" initials="MS" userId="S::m.sprinkhuizen@ahti.nl::9362aaec-73bf-4c73-8859-618ad7550d09" providerId="AD"/>
  <p188:author id="{FF9D9069-6FD2-3848-B433-3A0F76FB809E}" name="Marcel Geurts" initials="" userId="S::m.geurts@ahti.nl::7a68578e-58eb-4257-b468-571bc8f48311" providerId="AD"/>
  <p188:author id="{3C9AC981-BB53-D571-02E5-98CCAE7AD09F}" name="Gastgebruiker" initials="Ga" userId="Gastgebruiker" providerId="Windows Live"/>
  <p188:author id="{6A88119A-F693-9C85-A78E-50E71B3178E6}" name="Lianne Hoeijmakers" initials="LH" userId="S::l.hoeijmakers@ahti.nl::d7915e28-388f-4254-9da5-f69e3505f1bd" providerId="AD"/>
  <p188:author id="{4A487FD4-FFCE-6312-25B8-FDB4CE225227}" name="Renske Braken" initials="RB" userId="S::r.braken@ahti.nl::8ffbd655-549a-45f6-a0ea-f90e79f20bfa" providerId="AD"/>
  <p188:author id="{C414D1D6-844C-769E-A07C-8BE10E1C02E8}" name="Simone van Dormolen" initials="SD" userId="S::s.vandormolen@ahti.nl::bc1927ea-de9d-42b9-bda4-3582c108a43b" providerId="AD"/>
  <p188:author id="{87FBD4F3-2C8B-6281-7147-FEAFE9711ED8}" name="Rosan van Zoest" initials="RvZ" userId="S::r.vanzoest@ahti.nl::62c4a79c-3b30-4d4b-b469-98f6fff41f62" providerId="AD"/>
  <p188:author id="{0C0109F7-B1BC-E2CD-3C3F-BF926B765486}" name="Danielle Ratsma" initials="DR" userId="S::d.ratsma@ahti.nl::320594a1-0856-4856-8882-e5935fcde2ef" providerId="AD"/>
  <p188:author id="{D61178F8-21C6-FB37-D194-F2266FBBDF56}" name="Marcel Geurts" initials="MG" userId="S::Marcel.Geurts@gelijkgezond.nl::929e69ab-bf51-4885-9b49-490b1746c25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.vandervelde@ahti.nl" initials="l" lastIdx="4" clrIdx="0">
    <p:extLst>
      <p:ext uri="{19B8F6BF-5375-455C-9EA6-DF929625EA0E}">
        <p15:presenceInfo xmlns:p15="http://schemas.microsoft.com/office/powerpoint/2012/main" userId="S::l.vandervelde@ahti.nl::565833e1-5e85-455a-8a4e-9f6708a56de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EEB7"/>
    <a:srgbClr val="E5DFF4"/>
    <a:srgbClr val="FCD6D3"/>
    <a:srgbClr val="00C057"/>
    <a:srgbClr val="FFF7DD"/>
    <a:srgbClr val="007635"/>
    <a:srgbClr val="FFDD71"/>
    <a:srgbClr val="F2F2F2"/>
    <a:srgbClr val="FFC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Stijl, thema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Stijl, gemiddeld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Stijl, licht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499" autoAdjust="0"/>
  </p:normalViewPr>
  <p:slideViewPr>
    <p:cSldViewPr snapToGrid="0" showGuides="1">
      <p:cViewPr varScale="1">
        <p:scale>
          <a:sx n="54" d="100"/>
          <a:sy n="54" d="100"/>
        </p:scale>
        <p:origin x="1116" y="66"/>
      </p:cViewPr>
      <p:guideLst>
        <p:guide orient="horz" pos="2908"/>
        <p:guide orient="horz" pos="1593"/>
        <p:guide pos="574"/>
        <p:guide pos="7106"/>
        <p:guide orient="horz" pos="2591"/>
        <p:guide pos="3840"/>
        <p:guide pos="4067"/>
        <p:guide pos="36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915969443433975E-2"/>
          <c:y val="6.6186556927297663E-2"/>
          <c:w val="0.91451436886140414"/>
          <c:h val="0.8676268861454046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22771917060749364"/>
                  <c:y val="-3.08641975308641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0A6-41D9-BB8C-21BA6B8BA0D9}"/>
                </c:ext>
              </c:extLst>
            </c:dLbl>
            <c:dLbl>
              <c:idx val="1"/>
              <c:layout>
                <c:manualLayout>
                  <c:x val="0.31757002546380503"/>
                  <c:y val="-3.08641975308641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0A6-41D9-BB8C-21BA6B8BA0D9}"/>
                </c:ext>
              </c:extLst>
            </c:dLbl>
            <c:dLbl>
              <c:idx val="2"/>
              <c:layout>
                <c:manualLayout>
                  <c:x val="0.49108766824299743"/>
                  <c:y val="-3.086419753086419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0A6-41D9-BB8C-21BA6B8BA0D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14.9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0A6-41D9-BB8C-21BA6B8BA0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178093231"/>
        <c:axId val="1"/>
      </c:barChart>
      <c:catAx>
        <c:axId val="1178093231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5.1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17809323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6C11F2A-C2FD-0C36-C5E2-8609FF810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BED7B80-2861-C7AB-6A31-833C68A29B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E2482-1043-42FF-A02A-44DE480A67A4}" type="datetimeFigureOut">
              <a:rPr lang="nl-NL" smtClean="0"/>
              <a:t>17-7-2026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0695BC7-C9BA-7E37-376A-C14CFB72BA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E8DC3B9-9FDB-9DE7-86F4-C0BA090A62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644B1-DB32-42A2-BEE0-0EEAF232612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15439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5343C8C-6286-4A27-B6BF-1DEFAE800225}" type="datetimeFigureOut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FB63E5FC-EF40-443E-87EF-FD0F49DD39E8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6474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7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7.emf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7.e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7.emf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6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7.emf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7.e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7.emf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7.emf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58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6.jpe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1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7" Type="http://schemas.openxmlformats.org/officeDocument/2006/relationships/image" Target="../media/image7.emf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7" Type="http://schemas.openxmlformats.org/officeDocument/2006/relationships/image" Target="../media/image7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34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7.emf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7.emf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0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85.xml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7" Type="http://schemas.openxmlformats.org/officeDocument/2006/relationships/image" Target="../media/image6.jpe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3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4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7.emf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5.bin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7" Type="http://schemas.openxmlformats.org/officeDocument/2006/relationships/image" Target="../media/image7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6.bin"/><Relationship Id="rId4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47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image" Target="../media/image7.emf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7.emf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9.bin"/><Relationship Id="rId4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7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09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4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6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4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7" Type="http://schemas.openxmlformats.org/officeDocument/2006/relationships/image" Target="../media/image7.emf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5.bin"/><Relationship Id="rId4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image" Target="../media/image7.emf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56.bin"/><Relationship Id="rId4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0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8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9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0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1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7.emf"/><Relationship Id="rId5" Type="http://schemas.openxmlformats.org/officeDocument/2006/relationships/image" Target="../media/image4.emf"/><Relationship Id="rId4" Type="http://schemas.openxmlformats.org/officeDocument/2006/relationships/oleObject" Target="../embeddings/oleObject62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1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33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0.emf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66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82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2263670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011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 rtl="0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10326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5781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12212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563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936477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89497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77A20612-8A0E-3766-8A5F-390F2B37E37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/>
              <a:t>Click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edit</a:t>
            </a:r>
            <a:r>
              <a:rPr lang="nl-NL"/>
              <a:t> Master </a:t>
            </a:r>
            <a:r>
              <a:rPr lang="nl-NL" err="1"/>
              <a:t>text</a:t>
            </a:r>
            <a:r>
              <a:rPr lang="nl-NL"/>
              <a:t> </a:t>
            </a:r>
            <a:r>
              <a:rPr lang="nl-NL" err="1"/>
              <a:t>styles</a:t>
            </a:r>
            <a:endParaRPr lang="nl-NL"/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7B34A88-C2B1-C091-3136-7168CB370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39383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405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Do not remove" hidden="1">
            <a:extLst>
              <a:ext uri="{FF2B5EF4-FFF2-40B4-BE49-F238E27FC236}">
                <a16:creationId xmlns:a16="http://schemas.microsoft.com/office/drawing/2014/main" id="{71E775A6-D75F-EAA3-01A0-F001F89E6C1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4B2CD67B-69D5-4621-B360-E3FA78DCACB2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4342AD8-CBD2-5E8A-171E-0EC34CEF8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42705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3215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6A73B778-B5CF-4BB1-B112-A9657907AD62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 rtl="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 rtl="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err="1"/>
              <a:t>Section</a:t>
            </a:r>
            <a:r>
              <a:rPr lang="nl-NL"/>
              <a:t> topic</a:t>
            </a:r>
          </a:p>
          <a:p>
            <a:pPr lvl="1"/>
            <a:r>
              <a:rPr lang="nl-NL" err="1"/>
              <a:t>Subsection</a:t>
            </a:r>
            <a:r>
              <a:rPr lang="nl-NL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1153291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43069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9506E76F-C067-4DA5-8FE1-FAB4A628BDB1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553CE65-A1D9-9CE6-645A-30C16DD29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602280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07359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fld id="{F24F7394-15A3-4B0C-A066-F6A81E3B4175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2809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8942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19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1540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96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6856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74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03944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44300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9701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590569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83729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7158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4806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26460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4293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68264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49095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03316A-24BE-FA8A-CAC4-DB55E10B1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8959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0192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3992325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12346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104092D-CA4E-EA20-99FA-63510B053C05}"/>
              </a:ext>
            </a:extLst>
          </p:cNvPr>
          <p:cNvSpPr txBox="1">
            <a:spLocks/>
          </p:cNvSpPr>
          <p:nvPr userDrawn="1"/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nl-NL"/>
            </a:defPPr>
            <a:lvl1pPr marL="0" algn="l" defTabSz="1354592" rtl="0" eaLnBrk="1" latinLnBrk="0" hangingPunct="1">
              <a:defRPr sz="710" kern="1200">
                <a:solidFill>
                  <a:srgbClr val="736A84"/>
                </a:solidFill>
                <a:latin typeface="+mj-lt"/>
                <a:ea typeface="+mn-ea"/>
                <a:cs typeface="+mn-cs"/>
              </a:defRPr>
            </a:lvl1pPr>
            <a:lvl2pPr marL="67729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54592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31888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9184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86480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063776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741073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18369" algn="l" defTabSz="1354592" rtl="0" eaLnBrk="1" latinLnBrk="0" hangingPunct="1"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/>
              <a:t>&lt;Voettekst, aanpassen via de knop Koptekst en voettekst&gt;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0545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84044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47164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5044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137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1811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9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5403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8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0571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6343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3472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33529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3613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022187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023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5112372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5342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6982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 not remove" hidden="1">
            <a:extLst>
              <a:ext uri="{FF2B5EF4-FFF2-40B4-BE49-F238E27FC236}">
                <a16:creationId xmlns:a16="http://schemas.microsoft.com/office/drawing/2014/main" id="{5EDB6D40-AF00-D94E-3496-CCE1499530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79167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E1E1717-C36D-4CBC-DB08-2C85EDC53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93080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777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1079781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7089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1B619CB-A3A2-A4ED-347F-F55638FFA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920742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135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639402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79016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07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6601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997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776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248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049C44C-F000-4BD1-B382-F518671C22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548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049C44C-F000-4BD1-B382-F518671C22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0" y="1376327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6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nl-NL" sz="2160" b="1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60" b="1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60" b="1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506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4420D5D-3FF7-4F00-8500-23B81C4B2F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99381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4420D5D-3FF7-4F00-8500-23B81C4B2F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76F96AD3-0A94-4775-9FAF-A2C5657B667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3738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anchor="b">
            <a:normAutofit/>
          </a:bodyPr>
          <a:lstStyle>
            <a:lvl1pPr algn="l">
              <a:lnSpc>
                <a:spcPct val="95000"/>
              </a:lnSpc>
              <a:defRPr sz="3738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3" y="1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40409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1287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7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7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996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632" indent="-107632">
              <a:lnSpc>
                <a:spcPct val="120000"/>
              </a:lnSpc>
              <a:buFont typeface="+mj-lt"/>
              <a:buAutoNum type="arabicPeriod"/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sz="1215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>
              <a:lnSpc>
                <a:spcPct val="95000"/>
              </a:lnSpc>
              <a:defRPr sz="2363">
                <a:solidFill>
                  <a:schemeClr val="accent2"/>
                </a:solidFill>
                <a:latin typeface="+mn-lt"/>
              </a:defRPr>
            </a:lvl1pPr>
            <a:lvl2pPr>
              <a:defRPr sz="2363"/>
            </a:lvl2pPr>
            <a:lvl3pPr>
              <a:defRPr sz="2363"/>
            </a:lvl3pPr>
            <a:lvl4pPr>
              <a:defRPr sz="2363"/>
            </a:lvl4pPr>
            <a:lvl5pPr>
              <a:defRPr sz="2363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177995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8622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0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5" y="811747"/>
            <a:ext cx="10369550" cy="2242911"/>
          </a:xfrm>
        </p:spPr>
        <p:txBody>
          <a:bodyPr/>
          <a:lstStyle>
            <a:lvl1pPr>
              <a:defRPr b="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7227624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2450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7"/>
            <a:ext cx="4995374" cy="1083523"/>
          </a:xfrm>
        </p:spPr>
        <p:txBody>
          <a:bodyPr/>
          <a:lstStyle>
            <a:lvl1pPr>
              <a:defRPr b="1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1080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5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996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7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>
              <a:lnSpc>
                <a:spcPct val="120000"/>
              </a:lnSpc>
            </a:pPr>
            <a:r>
              <a:rPr lang="nl-NL" sz="897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>
              <a:lnSpc>
                <a:spcPct val="120000"/>
              </a:lnSpc>
            </a:pPr>
            <a:endParaRPr lang="nl-NL" sz="897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897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>
              <a:lnSpc>
                <a:spcPct val="120000"/>
              </a:lnSpc>
            </a:pPr>
            <a:endParaRPr lang="nl-NL" sz="897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4" y="2056062"/>
            <a:ext cx="4995226" cy="405640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959953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41C97D94-E359-4CDB-8AA4-6C854B6A481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2673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412875"/>
            <a:ext cx="10354204" cy="4699591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FA159D-0989-B919-70B0-6E5BA7517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3437842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>
            <a:extLst>
              <a:ext uri="{FF2B5EF4-FFF2-40B4-BE49-F238E27FC236}">
                <a16:creationId xmlns:a16="http://schemas.microsoft.com/office/drawing/2014/main" id="{29FCFEEE-71C8-4EBE-A412-2F4D05B663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4705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CD67B-69D5-4621-B360-E3FA78DCACB2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9805268-88F5-D20D-5092-E0238A618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942551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9340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3B778-B5CF-4BB1-B112-A9657907AD62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0" y="3200400"/>
            <a:ext cx="8229600" cy="521677"/>
          </a:xfrm>
        </p:spPr>
        <p:txBody>
          <a:bodyPr>
            <a:noAutofit/>
          </a:bodyPr>
          <a:lstStyle>
            <a:lvl1pPr marL="514350" indent="-514350">
              <a:buFont typeface="+mj-lt"/>
              <a:buAutoNum type="alphaUcPeriod"/>
              <a:defRPr sz="2000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5938" indent="-514350">
              <a:buFont typeface="+mj-lt"/>
              <a:buAutoNum type="arabicPeriod"/>
              <a:defRPr sz="2000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/>
              <a:t>Section topic</a:t>
            </a:r>
          </a:p>
          <a:p>
            <a:pPr lvl="1"/>
            <a:r>
              <a:rPr lang="nl-NL"/>
              <a:t>Subsection topic</a:t>
            </a:r>
          </a:p>
        </p:txBody>
      </p:sp>
    </p:spTree>
    <p:extLst>
      <p:ext uri="{BB962C8B-B14F-4D97-AF65-F5344CB8AC3E}">
        <p14:creationId xmlns:p14="http://schemas.microsoft.com/office/powerpoint/2010/main" val="28030401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76369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8AFDFB8E-B338-4115-8EB5-9AE0320B279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6E76F-C067-4DA5-8FE1-FAB4A628BDB1}" type="datetime1">
              <a:rPr lang="nl-NL" smtClean="0"/>
              <a:t>17-7-2026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6075" indent="-346075"/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/>
              <a:r>
                <a:rPr lang="nl-NL" sz="1800" b="1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/>
        </p:nvGrpSpPr>
        <p:grpSpPr>
          <a:xfrm>
            <a:off x="1050779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r>
                <a:rPr lang="nl-NL" sz="180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/>
              <a:r>
                <a:rPr lang="nl-NL" sz="180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nl-NL" sz="1800" b="1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4FFE759-9780-1FFC-A53C-D1FC499B1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53116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698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hthoek 9" hidden="1">
            <a:extLst>
              <a:ext uri="{FF2B5EF4-FFF2-40B4-BE49-F238E27FC236}">
                <a16:creationId xmlns:a16="http://schemas.microsoft.com/office/drawing/2014/main" id="{FE145BFF-80C0-4A00-8175-4DE129AD7CB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F7394-15A3-4B0C-A066-F6A81E3B4175}" type="datetime1">
              <a:rPr lang="nl-NL" smtClean="0"/>
              <a:t>17-7-2026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5" y="0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205245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42A292A-4CFA-458B-AD58-2371000650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954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42A292A-4CFA-458B-AD58-237100065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4328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CA2F83-010F-4F1A-AD3D-645400D8D94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3531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CA2F83-010F-4F1A-AD3D-645400D8D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5825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CE7CF1F-2AEB-4B5B-89A4-9456B31A8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97630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9" imgH="499" progId="TCLayout.ActiveDocument.1">
                  <p:embed/>
                </p:oleObj>
              </mc:Choice>
              <mc:Fallback>
                <p:oleObj name="think-cell Slide" r:id="rId3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CE7CF1F-2AEB-4B5B-89A4-9456B31A8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5"/>
            <a:ext cx="2487286" cy="64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5" b="0" baseline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5" b="0" baseline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5" b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5" b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4"/>
            <a:ext cx="2487286" cy="1221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>
              <a:lnSpc>
                <a:spcPct val="114000"/>
              </a:lnSpc>
            </a:pPr>
            <a:r>
              <a:rPr lang="nl-NL" sz="1645" b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5" b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5"/>
            <a:ext cx="2487286" cy="93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>
              <a:lnSpc>
                <a:spcPct val="114000"/>
              </a:lnSpc>
            </a:pPr>
            <a:r>
              <a:rPr lang="nl-NL" sz="1645" b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7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7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632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820782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73235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00525602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393877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123741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181051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7317780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72759521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1268772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972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06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890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0459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4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30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ags" Target="../tags/tag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27.bin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57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ags" Target="../tags/tag5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8.xml"/><Relationship Id="rId16" Type="http://schemas.openxmlformats.org/officeDocument/2006/relationships/oleObject" Target="../embeddings/oleObject40.bin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ags" Target="../tags/tag84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ags" Target="../tags/tag8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50.xml"/><Relationship Id="rId16" Type="http://schemas.openxmlformats.org/officeDocument/2006/relationships/tags" Target="../tags/tag11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tags" Target="../tags/tag110.xml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4640634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pPr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5C9B8B1-DA97-0E20-A2FD-24B1B11C9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28602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234252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E6E336-546E-D7DB-1391-C29AF7877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1312796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932346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7FF735F-3411-3A51-C922-53DA5A71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5836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 dirty="0"/>
              <a:t>&lt;Voettekst, aanpassen via de knop Koptekst en voettekst&gt;</a:t>
            </a:r>
          </a:p>
        </p:txBody>
      </p:sp>
    </p:spTree>
    <p:extLst>
      <p:ext uri="{BB962C8B-B14F-4D97-AF65-F5344CB8AC3E}">
        <p14:creationId xmlns:p14="http://schemas.microsoft.com/office/powerpoint/2010/main" val="2001034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6743" y="6952166"/>
            <a:ext cx="880401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fld id="{00DEEEBE-2F32-4E25-A264-452F30D56367}" type="datetime1">
              <a:rPr lang="nl-NL" smtClean="0"/>
              <a:t>17-7-2026</a:t>
            </a:fld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10">
                <a:solidFill>
                  <a:schemeClr val="accent2"/>
                </a:solidFill>
                <a:latin typeface="+mj-lt"/>
              </a:defRPr>
            </a:lvl1pPr>
          </a:lstStyle>
          <a:p>
            <a:fld id="{003DF468-94A5-4653-9839-3CE0E4B7AE20}" type="slidenum">
              <a:rPr lang="nl-NL" smtClean="0"/>
              <a:t>‹#›</a:t>
            </a:fld>
            <a:endParaRPr lang="nl-NL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nl-NL" sz="71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 noChangeAspect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02516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622" imgH="623" progId="TCLayout.ActiveDocument.1">
                  <p:embed/>
                </p:oleObj>
              </mc:Choice>
              <mc:Fallback>
                <p:oleObj name="think-cell Slide" r:id="rId16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nl-NL" sz="24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/>
        </p:nvSpPr>
        <p:spPr bwMode="auto">
          <a:xfrm>
            <a:off x="10909451" y="97065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/>
        </p:nvSpPr>
        <p:spPr bwMode="auto">
          <a:xfrm>
            <a:off x="199117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200" b="0" i="0" u="none" strike="noStrike" cap="none" normalizeH="0" baseline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10">
                <a:solidFill>
                  <a:srgbClr val="736A84"/>
                </a:solidFill>
                <a:latin typeface="+mj-lt"/>
              </a:defRPr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1835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8" r:id="rId1"/>
    <p:sldLayoutId id="2147483969" r:id="rId2"/>
    <p:sldLayoutId id="2147483970" r:id="rId3"/>
    <p:sldLayoutId id="2147483971" r:id="rId4"/>
    <p:sldLayoutId id="2147483972" r:id="rId5"/>
    <p:sldLayoutId id="2147483973" r:id="rId6"/>
    <p:sldLayoutId id="2147483974" r:id="rId7"/>
    <p:sldLayoutId id="2147483975" r:id="rId8"/>
    <p:sldLayoutId id="2147483976" r:id="rId9"/>
    <p:sldLayoutId id="2147483977" r:id="rId10"/>
    <p:sldLayoutId id="2147483978" r:id="rId11"/>
    <p:sldLayoutId id="2147483979" r:id="rId12"/>
  </p:sldLayoutIdLst>
  <p:hf hdr="0" ftr="0" dt="0"/>
  <p:txStyles>
    <p:titleStyle>
      <a:lvl1pPr algn="l" defTabSz="911287" rtl="0" eaLnBrk="1" latinLnBrk="0" hangingPunct="1">
        <a:lnSpc>
          <a:spcPct val="11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2202" indent="-242202" algn="l" defTabSz="911287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8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753518" indent="-188380" algn="l" defTabSz="911287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19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1287" rtl="0" eaLnBrk="1" latinLnBrk="0" hangingPunct="1">
        <a:lnSpc>
          <a:spcPct val="125000"/>
        </a:lnSpc>
        <a:spcBef>
          <a:spcPts val="1345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11287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06039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961683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417326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872970" indent="-227822" algn="l" defTabSz="911287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3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8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0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7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17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61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04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48" algn="l" defTabSz="911287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04934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875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13" Type="http://schemas.openxmlformats.org/officeDocument/2006/relationships/chart" Target="../charts/chart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image" Target="../media/image11.emf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oleObject" Target="../embeddings/oleObject67.bin"/><Relationship Id="rId5" Type="http://schemas.openxmlformats.org/officeDocument/2006/relationships/tags" Target="../tags/tag140.xml"/><Relationship Id="rId15" Type="http://schemas.openxmlformats.org/officeDocument/2006/relationships/image" Target="../media/image3.png"/><Relationship Id="rId10" Type="http://schemas.openxmlformats.org/officeDocument/2006/relationships/notesSlide" Target="../notesSlides/notesSlide1.xml"/><Relationship Id="rId4" Type="http://schemas.openxmlformats.org/officeDocument/2006/relationships/tags" Target="../tags/tag139.xml"/><Relationship Id="rId9" Type="http://schemas.openxmlformats.org/officeDocument/2006/relationships/slideLayout" Target="../slideLayouts/slideLayout50.xml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53167701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defTabSz="911522"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lang="nl-NL" altLang="en-US" sz="1080" smtClean="0">
                <a:solidFill>
                  <a:srgbClr val="20153E"/>
                </a:solidFill>
                <a:ea typeface="宋体" panose="02010600030101010101" pitchFamily="2" charset="-122"/>
              </a:rPr>
              <a:pPr/>
              <a:t>&lt;FigureTitle&gt;</a:t>
            </a:fld>
            <a:endParaRPr lang="nl-NL" sz="1080" dirty="0">
              <a:solidFill>
                <a:srgbClr val="20153E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defTabSz="911522">
              <a:defRPr/>
            </a:pPr>
            <a:endParaRPr lang="nl-NL" sz="1794" dirty="0">
              <a:solidFill>
                <a:srgbClr val="20153E"/>
              </a:solidFill>
              <a:latin typeface="Tahoma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1522" eaLnBrk="0" hangingPunct="0">
              <a:defRPr/>
            </a:pPr>
            <a:endParaRPr lang="nl-NL" sz="1395" dirty="0">
              <a:solidFill>
                <a:srgbClr val="20153E"/>
              </a:solidFill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1522">
              <a:defRPr/>
            </a:pPr>
            <a:fld id="{003DF468-94A5-4653-9839-3CE0E4B7AE20}" type="slidenum">
              <a:rPr lang="nl-NL">
                <a:solidFill>
                  <a:srgbClr val="336A88"/>
                </a:solidFill>
                <a:latin typeface="Century Gothic"/>
              </a:rPr>
              <a:pPr defTabSz="911522">
                <a:defRPr/>
              </a:pPr>
              <a:t>0</a:t>
            </a:fld>
            <a:endParaRPr lang="nl-NL" dirty="0">
              <a:solidFill>
                <a:srgbClr val="336A88"/>
              </a:solidFill>
              <a:latin typeface="Century Gothic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endParaRPr lang="nl-NL" sz="540" dirty="0">
              <a:solidFill>
                <a:srgbClr val="20153E"/>
              </a:solidFill>
              <a:latin typeface="Tahoma"/>
            </a:endParaRP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Resultaten gebaseerd op eigen berekeningen van ahti op basis van niet-openbare CBS microdata van het Centraal Bureau voor de Statistiek</a:t>
            </a:r>
          </a:p>
          <a:p>
            <a:pPr defTabSz="914485"/>
            <a:r>
              <a:rPr lang="nl-NL" sz="540" dirty="0">
                <a:solidFill>
                  <a:srgbClr val="20153E"/>
                </a:solidFill>
                <a:latin typeface="Tahoma"/>
              </a:rPr>
              <a:t>Bron: CBS; ahti analyses</a:t>
            </a:r>
          </a:p>
        </p:txBody>
      </p:sp>
      <p:graphicFrame>
        <p:nvGraphicFramePr>
          <p:cNvPr id="35" name="Chart 34">
            <a:extLst>
              <a:ext uri="{FF2B5EF4-FFF2-40B4-BE49-F238E27FC236}">
                <a16:creationId xmlns:a16="http://schemas.microsoft.com/office/drawing/2014/main" id="{0350FA51-D553-3C0F-0CD3-26A8561F7F76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74140907"/>
              </p:ext>
            </p:extLst>
          </p:nvPr>
        </p:nvGraphicFramePr>
        <p:xfrm>
          <a:off x="1506538" y="1655763"/>
          <a:ext cx="4364037" cy="4629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12CA3E6-7D3A-0B21-1FB2-C6FB34C72599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958850" y="2498725"/>
            <a:ext cx="512763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4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5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2E7FF248-2D16-49D9-B786-0E235D191510}" type="datetime'''''''''''''''''L''a''''''''b''''''''e''''''l1'''''''''''">
              <a:rPr lang="nl-NL" altLang="en-US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Label1</a:t>
            </a:fld>
            <a:endParaRPr lang="nl-NL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6363C3B-8AB1-F58E-A6B1-3FC659D47518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124075" y="1852613"/>
            <a:ext cx="62230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4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5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2A949E2-D3C1-4386-96AB-446461468497}" type="datetime'''''S''''''''''''er''''''''i''e''''s ''''''1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Series 1</a:t>
            </a:fld>
            <a:endParaRPr lang="nl-NL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1F87469-8569-CBF6-5CF5-2F37F55E8E72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958850" y="3836988"/>
            <a:ext cx="512763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4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5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38330F93-7D06-447B-B358-B8D53F49E96B}" type="datetime'''''L''''a''be''l''''''''''''''2'''''''''">
              <a:rPr lang="nl-NL" altLang="en-US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Label2</a:t>
            </a:fld>
            <a:endParaRPr lang="nl-NL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7ADE60-433D-76E6-B713-0185BD5D4284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055688" y="5176838"/>
            <a:ext cx="415925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4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5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9AE4F76D-91FA-4EBA-9818-BF4B770B8CE1}" type="datetime'''''L''''''a''''''''''b''e''''''''''''''''''''''''''l'''''">
              <a:rPr lang="nl-NL" altLang="en-US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Label</a:t>
            </a:fld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TEMPLATEID" val="4ca2f468fc36259c"/>
  <p:tag name="MM_STAMP_CONVERTED" val="True"/>
  <p:tag name="MM_SECTION_CONVERTED" val="True"/>
  <p:tag name="THINKCELLUNDODONOTDELETE" val="0"/>
  <p:tag name="THINKCELLPRESENTATIONDONOTDELETE" val="&lt;?xml version=&quot;1.0&quot; encoding=&quot;UTF-16&quot; standalone=&quot;yes&quot;?&gt;&lt;root reqver=&quot;32687&quot;&gt;&lt;version val=&quot;3870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-%#m-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6.67971082626156942297E+00&quot;&gt;&lt;m_msothmcolidx val=&quot;0&quot;/&gt;&lt;m_rgb r=&quot;00&quot; g=&quot;B0&quot; b=&quot;50&quot;/&gt;&lt;/elem&gt;&lt;elem m_fUsage=&quot;1.31200137098071234476E+00&quot;&gt;&lt;m_msothmcolidx val=&quot;0&quot;/&gt;&lt;m_rgb r=&quot;FF&quot; g=&quot;CD&quot; b=&quot;2F&quot;/&gt;&lt;/elem&gt;&lt;elem m_fUsage=&quot;9.64610818892266852487E-01&quot;&gt;&lt;m_msothmcolidx val=&quot;0&quot;/&gt;&lt;m_rgb r=&quot;FF&quot; g=&quot;DD&quot; b=&quot;71&quot;/&gt;&lt;/elem&gt;&lt;elem m_fUsage=&quot;3.09252961724027219947E-01&quot;&gt;&lt;m_msothmcolidx val=&quot;0&quot;/&gt;&lt;m_rgb r=&quot;E2&quot; g=&quot;B5&quot; b=&quot;1A&quot;/&gt;&lt;/elem&gt;&lt;elem m_fUsage=&quot;2.25575206337820161062E-01&quot;&gt;&lt;m_msothmcolidx val=&quot;0&quot;/&gt;&lt;m_rgb r=&quot;FA&quot; g=&quot;86&quot; b=&quot;8D&quot;/&gt;&lt;/elem&gt;&lt;elem m_fUsage=&quot;1.72807472154445418422E-01&quot;&gt;&lt;m_msothmcolidx val=&quot;0&quot;/&gt;&lt;m_rgb r=&quot;D2&quot; g=&quot;89&quot; b=&quot;00&quot;/&gt;&lt;/elem&gt;&lt;elem m_fUsage=&quot;8.86293811965250810658E-02&quot;&gt;&lt;m_msothmcolidx val=&quot;0&quot;/&gt;&lt;m_rgb r=&quot;00&quot; g=&quot;66&quot; b=&quot;5B&quot;/&gt;&lt;/elem&gt;&lt;elem m_fUsage=&quot;7.39679561536455559834E-02&quot;&gt;&lt;m_msothmcolidx val=&quot;0&quot;/&gt;&lt;m_rgb r=&quot;1E&quot; g=&quot;74&quot; b=&quot;41&quot;/&gt;&lt;/elem&gt;&lt;elem m_fUsage=&quot;4.25937218858039728930E-02&quot;&gt;&lt;m_msothmcolidx val=&quot;0&quot;/&gt;&lt;m_rgb r=&quot;DA&quot; g=&quot;B1&quot; b=&quot;AF&quot;/&gt;&lt;/elem&gt;&lt;elem m_fUsage=&quot;4.23911582752162438559E-02&quot;&gt;&lt;m_msothmcolidx val=&quot;0&quot;/&gt;&lt;m_rgb r=&quot;DA&quot; g=&quot;D8&quot; b=&quot;DF&quot;/&gt;&lt;/elem&gt;&lt;elem m_fUsage=&quot;1.33027946472911492298E-02&quot;&gt;&lt;m_msothmcolidx val=&quot;0&quot;/&gt;&lt;m_rgb r=&quot;FA&quot; g=&quot;87&quot; b=&quot;9A&quot;/&gt;&lt;/elem&gt;&lt;elem m_fUsage=&quot;9.69773729787525018420E-03&quot;&gt;&lt;m_msothmcolidx val=&quot;0&quot;/&gt;&lt;m_rgb r=&quot;99&quot; g=&quot;8C&quot; b=&quot;00&quot;/&gt;&lt;/elem&gt;&lt;elem m_fUsage=&quot;7.85516721127895063692E-03&quot;&gt;&lt;m_msothmcolidx val=&quot;0&quot;/&gt;&lt;m_rgb r=&quot;33&quot; g=&quot;68&quot; b=&quot;55&quot;/&gt;&lt;/elem&gt;&lt;elem m_fUsage=&quot;7.06965049015105539976E-03&quot;&gt;&lt;m_msothmcolidx val=&quot;0&quot;/&gt;&lt;m_rgb r=&quot;3F&quot; g=&quot;60&quot; b=&quot;59&quot;/&gt;&lt;/elem&gt;&lt;elem m_fUsage=&quot;6.36268544113595142103E-03&quot;&gt;&lt;m_msothmcolidx val=&quot;0&quot;/&gt;&lt;m_rgb r=&quot;74&quot; g=&quot;59&quot; b=&quot;1D&quot;/&gt;&lt;/elem&gt;&lt;elem m_fUsage=&quot;5.72641689702235463094E-03&quot;&gt;&lt;m_msothmcolidx val=&quot;0&quot;/&gt;&lt;m_rgb r=&quot;31&quot; g=&quot;6A&quot; b=&quot;64&quot;/&gt;&lt;/elem&gt;&lt;elem m_fUsage=&quot;5.20396215491148242394E-03&quot;&gt;&lt;m_msothmcolidx val=&quot;0&quot;/&gt;&lt;m_rgb r=&quot;2C&quot; g=&quot;13&quot; b=&quot;78&quot;/&gt;&lt;/elem&gt;&lt;elem m_fUsage=&quot;5.15377520732012046889E-03&quot;&gt;&lt;m_msothmcolidx val=&quot;0&quot;/&gt;&lt;m_rgb r=&quot;38&quot; g=&quot;65&quot; b=&quot;61&quot;/&gt;&lt;/elem&gt;&lt;elem m_fUsage=&quot;4.63839768658810824853E-03&quot;&gt;&lt;m_msothmcolidx val=&quot;0&quot;/&gt;&lt;m_rgb r=&quot;4D&quot; g=&quot;61&quot; b=&quot;3D&quot;/&gt;&lt;/elem&gt;&lt;elem m_fUsage=&quot;4.17455791792929655631E-03&quot;&gt;&lt;m_msothmcolidx val=&quot;0&quot;/&gt;&lt;m_rgb r=&quot;39&quot; g=&quot;64&quot; b=&quot;3A&quot;/&gt;&lt;/elem&gt;&lt;elem m_fUsage=&quot;3.75710212613636828846E-03&quot;&gt;&lt;m_msothmcolidx val=&quot;0&quot;/&gt;&lt;m_rgb r=&quot;3F&quot; g=&quot;65&quot; b=&quot;38&quot;/&gt;&lt;/elem&gt;&lt;elem m_fUsage=&quot;3.04325272217045731185E-03&quot;&gt;&lt;m_msothmcolidx val=&quot;0&quot;/&gt;&lt;m_rgb r=&quot;FE&quot; g=&quot;FE&quot; b=&quot;E9&quot;/&gt;&lt;/elem&gt;&lt;elem m_fUsage=&quot;1.31002050863762231972E-03&quot;&gt;&lt;m_msothmcolidx val=&quot;0&quot;/&gt;&lt;m_rgb r=&quot;00&quot; g=&quot;3C&quot; b=&quot;55&quot;/&gt;&lt;/elem&gt;&lt;elem m_fUsage=&quot;1.17901845777385982754E-03&quot;&gt;&lt;m_msothmcolidx val=&quot;0&quot;/&gt;&lt;m_rgb r=&quot;EC&quot; g=&quot;C1&quot; b=&quot;C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cB36W7MeK7_79B98jre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_GVMGUbxcSzS6ltLeom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gqAi5_eG.GgfEV44fL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X4Xn9EgYD48CX9WNLkr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5IyWfTHl2dCZFdogoENB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lcTX2lEJxO6RAm9mSk2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pCjI7vvymJ_mhaL4ln4w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DKhRSJTCPct7St8E_URdw"/>
</p:tagLst>
</file>

<file path=ppt/theme/theme1.xml><?xml version="1.0" encoding="utf-8"?>
<a:theme xmlns:a="http://schemas.openxmlformats.org/drawingml/2006/main" name="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6A877CF-91D8-49D0-9368-9C16D2FAFF26}"/>
    </a:ext>
  </a:extLst>
</a:theme>
</file>

<file path=ppt/theme/theme2.xml><?xml version="1.0" encoding="utf-8"?>
<a:theme xmlns:a="http://schemas.openxmlformats.org/drawingml/2006/main" name="3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BB079BB3-6349-44B9-B823-F997373BF131}"/>
    </a:ext>
  </a:extLst>
</a:theme>
</file>

<file path=ppt/theme/theme3.xml><?xml version="1.0" encoding="utf-8"?>
<a:theme xmlns:a="http://schemas.openxmlformats.org/drawingml/2006/main" name="2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987C10E7-91D6-4B74-9C63-9C85223C6A04}"/>
    </a:ext>
  </a:extLst>
</a:theme>
</file>

<file path=ppt/theme/theme4.xml><?xml version="1.0" encoding="utf-8"?>
<a:theme xmlns:a="http://schemas.openxmlformats.org/drawingml/2006/main" name="4_Template ahti - nieuw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abloon ahti" id="{E440FB75-98C5-4044-908E-793595C18DB5}" vid="{8475C052-21E4-4FD8-804A-7A708CC87CD4}"/>
    </a:ext>
  </a:extLst>
</a:theme>
</file>

<file path=ppt/theme/theme5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c5ff8-4634-4fa4-8c27-89621e5bf2a5" xsi:nil="true"/>
    <lcf76f155ced4ddcb4097134ff3c332f xmlns="3daef901-3bec-4cf7-9f9d-0b0028a66df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B796F481364F9BC8E43D83D6149D" ma:contentTypeVersion="15" ma:contentTypeDescription="Een nieuw document maken." ma:contentTypeScope="" ma:versionID="c79acba1bcbbe71c7213bb984beaf1df">
  <xsd:schema xmlns:xsd="http://www.w3.org/2001/XMLSchema" xmlns:xs="http://www.w3.org/2001/XMLSchema" xmlns:p="http://schemas.microsoft.com/office/2006/metadata/properties" xmlns:ns2="3daef901-3bec-4cf7-9f9d-0b0028a66dfb" xmlns:ns3="f06c5ff8-4634-4fa4-8c27-89621e5bf2a5" targetNamespace="http://schemas.microsoft.com/office/2006/metadata/properties" ma:root="true" ma:fieldsID="4e710b6e5edd31d871be2f6d80692b0b" ns2:_="" ns3:_="">
    <xsd:import namespace="3daef901-3bec-4cf7-9f9d-0b0028a66dfb"/>
    <xsd:import namespace="f06c5ff8-4634-4fa4-8c27-89621e5bf2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ef901-3bec-4cf7-9f9d-0b0028a66d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40a14b0d-44bc-4dfd-b6cb-26b4cdc312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c5ff8-4634-4fa4-8c27-89621e5bf2a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5ad020f-5721-4bd4-ba61-8954d2f19256}" ma:internalName="TaxCatchAll" ma:showField="CatchAllData" ma:web="f06c5ff8-4634-4fa4-8c27-89621e5bf2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87AA25-AFA3-4AE5-9898-79B5601355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9D1BF1-D23B-4179-939F-55EE13FFF685}">
  <ds:schemaRefs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f06c5ff8-4634-4fa4-8c27-89621e5bf2a5"/>
    <ds:schemaRef ds:uri="http://schemas.microsoft.com/office/2006/metadata/properties"/>
    <ds:schemaRef ds:uri="3daef901-3bec-4cf7-9f9d-0b0028a66dfb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B09299CE-A1F7-439A-9F03-182080537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aef901-3bec-4cf7-9f9d-0b0028a66dfb"/>
    <ds:schemaRef ds:uri="f06c5ff8-4634-4fa4-8c27-89621e5bf2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Sjabloon ahti</Template>
  <TotalTime>212</TotalTime>
  <Words>51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宋体</vt:lpstr>
      <vt:lpstr>Aptos</vt:lpstr>
      <vt:lpstr>Arial</vt:lpstr>
      <vt:lpstr>Arial Black</vt:lpstr>
      <vt:lpstr>Calibri</vt:lpstr>
      <vt:lpstr>Century Gothic</vt:lpstr>
      <vt:lpstr>Tahoma</vt:lpstr>
      <vt:lpstr>Template ahti - nieuw</vt:lpstr>
      <vt:lpstr>3_Template ahti - nieuw</vt:lpstr>
      <vt:lpstr>2_Template ahti - nieuw</vt:lpstr>
      <vt:lpstr>4_Template ahti - nieuw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Heleen Klapwijk | ahti</dc:creator>
  <cp:lastModifiedBy>Menezes Bravo Alvo Nunes, L. (Leonardo)</cp:lastModifiedBy>
  <cp:revision>11</cp:revision>
  <dcterms:created xsi:type="dcterms:W3CDTF">2026-05-13T14:33:17Z</dcterms:created>
  <dcterms:modified xsi:type="dcterms:W3CDTF">2026-07-17T17:07:56Z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0x010100D1FFB796F481364F9BC8E43D83D6149D</vt:lpwstr>
  </property>
</Properties>
</file>
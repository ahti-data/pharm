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heme/theme2.xml" ContentType="application/vnd.openxmlformats-officedocument.them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327" r:id="rId2"/>
  </p:sldIdLst>
  <p:sldSz cx="12192000" cy="6858000"/>
  <p:notesSz cx="6858000" cy="9144000"/>
  <p:custDataLst>
    <p:tags r:id="rId4"/>
  </p:custData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0617231033004715"/>
          <c:y val="6.3106796116504854E-2"/>
          <c:w val="0.77153879125589375"/>
          <c:h val="0.87378640776699024"/>
        </c:manualLayout>
      </c:layout>
      <c:areaChart>
        <c:grouping val="stacked"/>
        <c:varyColors val="0"/>
        <c:ser>
          <c:idx val="0"/>
          <c:order val="0"/>
          <c:spPr>
            <a:solidFill>
              <a:schemeClr val="accent3"/>
            </a:solidFill>
            <a:ln>
              <a:noFill/>
            </a:ln>
          </c:spPr>
          <c:val>
            <c:numRef>
              <c:f>Sheet1!$A$1:$C$1</c:f>
              <c:numCache>
                <c:formatCode>General</c:formatCode>
                <c:ptCount val="3"/>
                <c:pt idx="0">
                  <c:v>19</c:v>
                </c:pt>
                <c:pt idx="1">
                  <c:v>13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04-434A-BD73-30DEFC8D3732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val>
            <c:numRef>
              <c:f>Sheet1!$A$2:$C$2</c:f>
              <c:numCache>
                <c:formatCode>General</c:formatCode>
                <c:ptCount val="3"/>
                <c:pt idx="0">
                  <c:v>26</c:v>
                </c:pt>
                <c:pt idx="1">
                  <c:v>4.9999999999999991</c:v>
                </c:pt>
                <c:pt idx="2">
                  <c:v>8.0000000000000018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604-434A-BD73-30DEFC8D3732}"/>
            </c:ext>
          </c:extLst>
        </c:ser>
        <c:ser>
          <c:idx val="2"/>
          <c:order val="2"/>
          <c:spPr>
            <a:solidFill>
              <a:schemeClr val="accent1"/>
            </a:solidFill>
            <a:ln>
              <a:noFill/>
            </a:ln>
          </c:spPr>
          <c:val>
            <c:numRef>
              <c:f>Sheet1!$A$3:$C$3</c:f>
              <c:numCache>
                <c:formatCode>General</c:formatCode>
                <c:ptCount val="3"/>
                <c:pt idx="0">
                  <c:v>55.000000000000007</c:v>
                </c:pt>
                <c:pt idx="1">
                  <c:v>82</c:v>
                </c:pt>
                <c:pt idx="2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604-434A-BD73-30DEFC8D37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0173503"/>
        <c:axId val="1"/>
      </c:areaChart>
      <c:catAx>
        <c:axId val="80173503"/>
        <c:scaling>
          <c:orientation val="minMax"/>
        </c:scaling>
        <c:delete val="0"/>
        <c:axPos val="t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axMin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&quot;%&quot;;&quot;-&quot;#,##0&quot;%&quot;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80173503"/>
        <c:crosses val="min"/>
        <c:crossBetween val="midCat"/>
        <c:majorUnit val="20"/>
      </c:valAx>
    </c:plotArea>
    <c:plotVisOnly val="0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1477BA-251E-43C7-9067-A997AB96AC15}" type="datetimeFigureOut">
              <a:rPr lang="nl-NL" smtClean="0"/>
              <a:t>20-7-2026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4CB0EB-D23A-466B-BF4A-E83CB3F51CE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6798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A6D16-EE9B-4D87-32F4-DC6445779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B7F0EBE2-F2FD-4CB8-32B2-BAE8462E42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AD1B6DE-34C8-51B3-643D-4E2159F01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Voortbordurend op de eerste uitwerking – aantallen MSZ zorg en aantallen nieuwe MSZ zorg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6BE9F9A-D52C-50CD-3D19-F3D168AC66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FFBBD1-FE09-4B6F-A3CC-AB37AEF4DE46}" type="slidenum">
              <a:rPr kumimoji="0" lang="nl-NL" alt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nl-NL" alt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069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5.jpeg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7.emf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7" Type="http://schemas.openxmlformats.org/officeDocument/2006/relationships/image" Target="../media/image7.emf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8.jpeg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oleObject" Target="../embeddings/oleObject5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oleObject" Target="../embeddings/oleObject6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7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152908A-8DD9-EB21-D479-4236FF2AC7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010832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52908A-8DD9-EB21-D479-4236FF2AC7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vert="horz" anchor="b">
            <a:normAutofit/>
          </a:bodyPr>
          <a:lstStyle>
            <a:lvl1pPr algn="l" rtl="0">
              <a:lnSpc>
                <a:spcPct val="95000"/>
              </a:lnSpc>
              <a:defRPr sz="3727" b="1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4" y="2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39591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0841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5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5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nl-NL" sz="1211" dirty="0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 rtl="0">
              <a:lnSpc>
                <a:spcPct val="95000"/>
              </a:lnSpc>
              <a:defRPr sz="2355">
                <a:solidFill>
                  <a:schemeClr val="accent2"/>
                </a:solidFill>
                <a:latin typeface="+mn-lt"/>
              </a:defRPr>
            </a:lvl1pPr>
            <a:lvl2pPr>
              <a:defRPr sz="2355"/>
            </a:lvl2pPr>
            <a:lvl3pPr>
              <a:defRPr sz="2355"/>
            </a:lvl3pPr>
            <a:lvl4pPr>
              <a:defRPr sz="2355"/>
            </a:lvl4pPr>
            <a:lvl5pPr>
              <a:defRPr sz="2355"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05569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o not remove" hidden="1">
            <a:extLst>
              <a:ext uri="{FF2B5EF4-FFF2-40B4-BE49-F238E27FC236}">
                <a16:creationId xmlns:a16="http://schemas.microsoft.com/office/drawing/2014/main" id="{BCEF58F7-93C1-0017-28D7-1D6DA445AD6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715066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916113"/>
            <a:ext cx="10354204" cy="4196353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68066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o not remove" hidden="1">
            <a:extLst>
              <a:ext uri="{FF2B5EF4-FFF2-40B4-BE49-F238E27FC236}">
                <a16:creationId xmlns:a16="http://schemas.microsoft.com/office/drawing/2014/main" id="{82B9CFF0-AB35-B0AB-11FC-BC33F517261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7163520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092573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58F948D-D74C-6309-92C5-780970FA00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7142355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8F948D-D74C-6309-92C5-780970FA00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1" y="1376328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5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10000"/>
              </a:lnSpc>
            </a:pP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126843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850749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0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6" y="811747"/>
            <a:ext cx="10369550" cy="2242911"/>
          </a:xfrm>
        </p:spPr>
        <p:txBody>
          <a:bodyPr vert="horz"/>
          <a:lstStyle>
            <a:lvl1pPr rtl="0">
              <a:defRPr b="0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754435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548767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8"/>
            <a:ext cx="4995374" cy="1083523"/>
          </a:xfrm>
        </p:spPr>
        <p:txBody>
          <a:bodyPr vert="horz"/>
          <a:lstStyle>
            <a:lvl1pPr rtl="0">
              <a:defRPr b="1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2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5" y="2056062"/>
            <a:ext cx="4995226" cy="405640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569331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518902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1" y="3200401"/>
            <a:ext cx="8229600" cy="521677"/>
          </a:xfrm>
        </p:spPr>
        <p:txBody>
          <a:bodyPr>
            <a:noAutofit/>
          </a:bodyPr>
          <a:lstStyle>
            <a:lvl1pPr marL="512731" indent="-512731" rtl="0">
              <a:buFont typeface="+mj-lt"/>
              <a:buAutoNum type="alphaUcPeriod"/>
              <a:defRPr sz="1994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4314" indent="-512731" rtl="0">
              <a:buFont typeface="+mj-lt"/>
              <a:buAutoNum type="arabicPeriod"/>
              <a:defRPr sz="1994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 dirty="0" err="1"/>
              <a:t>Section</a:t>
            </a:r>
            <a:r>
              <a:rPr lang="nl-NL" dirty="0"/>
              <a:t> topic</a:t>
            </a:r>
          </a:p>
          <a:p>
            <a:pPr lvl="1"/>
            <a:r>
              <a:rPr lang="nl-NL" dirty="0" err="1"/>
              <a:t>Subsection</a:t>
            </a:r>
            <a:r>
              <a:rPr lang="nl-NL" dirty="0"/>
              <a:t> topic</a:t>
            </a:r>
          </a:p>
        </p:txBody>
      </p:sp>
    </p:spTree>
    <p:extLst>
      <p:ext uri="{BB962C8B-B14F-4D97-AF65-F5344CB8AC3E}">
        <p14:creationId xmlns:p14="http://schemas.microsoft.com/office/powerpoint/2010/main" val="1910266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360667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 userDrawn="1"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 userDrawn="1"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 userDrawn="1"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 userDrawn="1"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 userDrawn="1"/>
        </p:nvGrpSpPr>
        <p:grpSpPr>
          <a:xfrm>
            <a:off x="1050780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082665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7269983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943712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837CC97-F51A-19D7-9882-262A7B4138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210739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837CC97-F51A-19D7-9882-262A7B4138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09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913164A-7F57-F0E7-C1B1-2693D8A558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933797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913164A-7F57-F0E7-C1B1-2693D8A55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438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89919BE-E179-24AA-810D-60F13030E1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444868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9919BE-E179-24AA-810D-60F13030E1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096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3FB3BC45-9012-570C-1D9D-4E041A212FD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B9CD8A5-7112-B8A7-3A31-CA02C149A2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3882576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9CD8A5-7112-B8A7-3A31-CA02C149A2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FA6B924-BBD8-83F0-4CD9-27B9086D8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C88D9F-F8EA-2801-F0D5-D08FD7C00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3EA3613-3367-B754-C24F-066FC1C260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A32D667-F50F-D678-F9CC-A32761100D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75893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3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5" name="Footer Placeholder 4 [SS]" hidden="1"/>
          <p:cNvSpPr>
            <a:spLocks noGrp="1"/>
          </p:cNvSpPr>
          <p:nvPr>
            <p:ph type="ftr" sz="quarter" idx="3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708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708">
                <a:solidFill>
                  <a:schemeClr val="accent2"/>
                </a:solidFill>
                <a:latin typeface="+mj-lt"/>
              </a:defRPr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rtl="0"/>
            <a:r>
              <a:rPr lang="nl-NL" sz="708" dirty="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20049344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622" imgH="623" progId="TCLayout.ActiveDocument.1">
                  <p:embed/>
                </p:oleObj>
              </mc:Choice>
              <mc:Fallback>
                <p:oleObj name="think-cell Slide" r:id="rId17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 userDrawn="1"/>
        </p:nvSpPr>
        <p:spPr bwMode="auto">
          <a:xfrm>
            <a:off x="10909451" y="97066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 userDrawn="1"/>
        </p:nvSpPr>
        <p:spPr bwMode="auto">
          <a:xfrm>
            <a:off x="199118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 userDrawn="1"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997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 userDrawn="1"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3562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dt="0"/>
  <p:txStyles>
    <p:titleStyle>
      <a:lvl1pPr algn="l" defTabSz="908419" rtl="0" eaLnBrk="1" latinLnBrk="0" hangingPunct="1">
        <a:lnSpc>
          <a:spcPct val="110000"/>
        </a:lnSpc>
        <a:spcBef>
          <a:spcPct val="0"/>
        </a:spcBef>
        <a:buNone/>
        <a:defRPr sz="2393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1439" indent="-241439" algn="l" defTabSz="908419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9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1pPr>
      <a:lvl2pPr marL="751147" indent="-187787" algn="l" defTabSz="908419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20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08419" rtl="0" eaLnBrk="1" latinLnBrk="0" hangingPunct="1">
        <a:lnSpc>
          <a:spcPct val="125000"/>
        </a:lnSpc>
        <a:spcBef>
          <a:spcPts val="1341"/>
        </a:spcBef>
        <a:buFont typeface="Arial" panose="020B0604020202020204" pitchFamily="34" charset="0"/>
        <a:buNone/>
        <a:defRPr sz="1595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5pPr>
      <a:lvl6pPr marL="2498152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95236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40657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86078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1pPr>
      <a:lvl2pPr marL="45420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2pPr>
      <a:lvl3pPr marL="90841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3pPr>
      <a:lvl4pPr marL="136262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4pPr>
      <a:lvl5pPr marL="181683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5pPr>
      <a:lvl6pPr marL="227104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72525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17946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63367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7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oleObject" Target="../embeddings/oleObject8.bin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notesSlide" Target="../notesSlides/notesSlide1.xml"/><Relationship Id="rId17" Type="http://schemas.openxmlformats.org/officeDocument/2006/relationships/image" Target="../media/image3.png"/><Relationship Id="rId2" Type="http://schemas.openxmlformats.org/officeDocument/2006/relationships/tags" Target="../tags/tag29.xml"/><Relationship Id="rId16" Type="http://schemas.openxmlformats.org/officeDocument/2006/relationships/image" Target="../media/image2.png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32.xml"/><Relationship Id="rId15" Type="http://schemas.openxmlformats.org/officeDocument/2006/relationships/chart" Target="../charts/chart1.xml"/><Relationship Id="rId10" Type="http://schemas.openxmlformats.org/officeDocument/2006/relationships/tags" Target="../tags/tag37.xml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image" Target="../media/image1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D3BBF-874D-6C46-DF44-B449C3CA4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101F0CC6-648A-19CB-0104-E818B82B53E0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5233024"/>
              </p:ext>
            </p:extLst>
          </p:nvPr>
        </p:nvGraphicFramePr>
        <p:xfrm>
          <a:off x="1160258" y="12435"/>
          <a:ext cx="1583" cy="1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44" imgH="344" progId="TCLayout.ActiveDocument.1">
                  <p:embed/>
                </p:oleObj>
              </mc:Choice>
              <mc:Fallback>
                <p:oleObj name="think-cell Slide" r:id="rId13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101F0CC6-648A-19CB-0104-E818B82B53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60258" y="12435"/>
                        <a:ext cx="1583" cy="15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87" name="Rectangle 3">
            <a:extLst>
              <a:ext uri="{FF2B5EF4-FFF2-40B4-BE49-F238E27FC236}">
                <a16:creationId xmlns:a16="http://schemas.microsoft.com/office/drawing/2014/main" id="{567F33EF-886E-2640-54BC-743F598B0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928" y="1293032"/>
            <a:ext cx="4907523" cy="455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15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B03AEA-9DFB-426C-B997-58C7B1625485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FigureTitle&lt;/m_strName&gt;&lt;/PersistentType&gt;&lt;/root&gt;">
              <a:rPr kumimoji="0" lang="nl-NL" altLang="en-US" sz="1080" b="0" i="0" u="none" strike="noStrike" kern="1200" cap="none" spc="0" normalizeH="0" baseline="0" noProof="0" smtClean="0">
                <a:ln>
                  <a:noFill/>
                </a:ln>
                <a:solidFill>
                  <a:srgbClr val="20153E"/>
                </a:solidFill>
                <a:effectLst/>
                <a:uLnTx/>
                <a:uFillTx/>
                <a:latin typeface="Tahoma"/>
                <a:ea typeface="宋体" panose="02010600030101010101" pitchFamily="2" charset="-122"/>
                <a:cs typeface="+mn-cs"/>
              </a:rPr>
              <a:pPr marL="0" marR="0" lvl="0" indent="0" algn="ctr" defTabSz="91152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&lt;FigureTitle&gt;</a:t>
            </a:fld>
            <a:endParaRPr kumimoji="0" lang="nl-NL" sz="1080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88" name="Rectangle 4">
            <a:extLst>
              <a:ext uri="{FF2B5EF4-FFF2-40B4-BE49-F238E27FC236}">
                <a16:creationId xmlns:a16="http://schemas.microsoft.com/office/drawing/2014/main" id="{605B9A11-A3BD-9B7A-421F-FE5336713DF7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42928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152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395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93" name="Line 9">
            <a:extLst>
              <a:ext uri="{FF2B5EF4-FFF2-40B4-BE49-F238E27FC236}">
                <a16:creationId xmlns:a16="http://schemas.microsoft.com/office/drawing/2014/main" id="{D0BE7181-B86F-F817-53B5-1F427DB3F884}"/>
              </a:ext>
            </a:extLst>
          </p:cNvPr>
          <p:cNvSpPr>
            <a:spLocks noChangeShapeType="1"/>
          </p:cNvSpPr>
          <p:nvPr/>
        </p:nvSpPr>
        <p:spPr bwMode="auto">
          <a:xfrm>
            <a:off x="958874" y="1778010"/>
            <a:ext cx="4891578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5886" tIns="35886" rIns="35886" bIns="35886"/>
          <a:lstStyle/>
          <a:p>
            <a:pPr marL="0" marR="0" lvl="0" indent="0" algn="l" defTabSz="9115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794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9990" name="Rectangle 6">
            <a:extLst>
              <a:ext uri="{FF2B5EF4-FFF2-40B4-BE49-F238E27FC236}">
                <a16:creationId xmlns:a16="http://schemas.microsoft.com/office/drawing/2014/main" id="{A4415EB6-43B7-D819-934A-2F7AEC68D4F0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356844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152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395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749548A-A35C-8D5B-6338-1A5920D7C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30" y="485594"/>
            <a:ext cx="10321437" cy="599475"/>
          </a:xfrm>
        </p:spPr>
        <p:txBody>
          <a:bodyPr vert="horz" rIns="0"/>
          <a:lstStyle/>
          <a:p>
            <a:fld id="{10FF4802-32EA-4528-8D07-D81F9A824BC0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SlideTitle&lt;/m_strName&gt;&lt;/PersistentType&gt;&lt;/root&gt;">
              <a:rPr lang="nl-NL" altLang="en-US" smtClean="0">
                <a:effectLst/>
              </a:rPr>
              <a:pPr/>
              <a:t>&lt;SlideTitle&gt;</a:t>
            </a:fld>
            <a:endParaRPr lang="nl-NL" noProof="0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DB7527D-96B6-48E5-CC81-B61FE7DD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15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3DF468-94A5-4653-9839-3CE0E4B7AE20}" type="slidenum">
              <a:rPr kumimoji="0" lang="nl-NL" sz="708" b="0" i="0" u="none" strike="noStrike" kern="1200" cap="none" spc="0" normalizeH="0" baseline="0" noProof="0">
                <a:ln>
                  <a:noFill/>
                </a:ln>
                <a:solidFill>
                  <a:srgbClr val="336A88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pPr marL="0" marR="0" lvl="0" indent="0" algn="r" defTabSz="91152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nl-NL" sz="708" b="0" i="0" u="none" strike="noStrike" kern="1200" cap="none" spc="0" normalizeH="0" baseline="0" noProof="0" dirty="0">
              <a:ln>
                <a:noFill/>
              </a:ln>
              <a:solidFill>
                <a:srgbClr val="336A88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70061" name="Voettekst [SS]">
            <a:extLst>
              <a:ext uri="{FF2B5EF4-FFF2-40B4-BE49-F238E27FC236}">
                <a16:creationId xmlns:a16="http://schemas.microsoft.com/office/drawing/2014/main" id="{5A109819-DE01-E220-3CA5-BAC51C1389A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82274" y="6525249"/>
            <a:ext cx="8373220" cy="184764"/>
          </a:xfrm>
          <a:prstGeom prst="rect">
            <a:avLst/>
          </a:prstGeom>
        </p:spPr>
        <p:txBody>
          <a:bodyPr anchor="b"/>
          <a:lstStyle/>
          <a:p>
            <a:pPr marL="0" marR="0" lvl="0" indent="0" algn="l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540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540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540" b="0" i="0" u="none" strike="noStrike" kern="1200" cap="none" spc="0" normalizeH="0" baseline="0" noProof="0" dirty="0">
                <a:ln>
                  <a:noFill/>
                </a:ln>
                <a:solidFill>
                  <a:srgbClr val="20153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Resultaten gebaseerd op eigen berekeningen van ahti op basis van niet-openbare CBS microdata van het Centraal Bureau voor de Statistiek</a:t>
            </a:r>
          </a:p>
          <a:p>
            <a:pPr marL="0" marR="0" lvl="0" indent="0" algn="l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540" b="0" i="0" u="none" strike="noStrike" kern="1200" cap="none" spc="0" normalizeH="0" baseline="0" noProof="0" dirty="0">
                <a:ln>
                  <a:noFill/>
                </a:ln>
                <a:solidFill>
                  <a:srgbClr val="20153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Bron: CBS; ahti analyses</a:t>
            </a:r>
          </a:p>
        </p:txBody>
      </p:sp>
      <p:graphicFrame>
        <p:nvGraphicFramePr>
          <p:cNvPr id="16" name="Chart 3">
            <a:extLst>
              <a:ext uri="{FF2B5EF4-FFF2-40B4-BE49-F238E27FC236}">
                <a16:creationId xmlns:a16="http://schemas.microsoft.com/office/drawing/2014/main" id="{A4F9835A-6250-B9FB-0C58-F097AC625BDC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091953637"/>
              </p:ext>
            </p:extLst>
          </p:nvPr>
        </p:nvGraphicFramePr>
        <p:xfrm>
          <a:off x="758825" y="2279650"/>
          <a:ext cx="3703638" cy="3270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99F344A-E406-2AC4-E5BD-010B656E2E21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1322388" y="2162175"/>
            <a:ext cx="40005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6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7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A386EDC-EFF0-4BA7-95F9-B02ED651AB15}" type="datetime'2''''''''''''''0''''''''''2''''''''''''''''4''''''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2024</a:t>
            </a:fld>
            <a:endParaRPr lang="nl-NL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D9E1423-E4F5-0935-C22A-648799E63D11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2751138" y="2162175"/>
            <a:ext cx="40005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6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7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28C39273-D8A3-4163-841F-BC87D2A91972}" type="datetime'''''2''''''''''''''''0''''''''''''''''2''5''''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2025</a:t>
            </a:fld>
            <a:endParaRPr lang="nl-NL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1A5B99-C40C-AAC6-D07F-50EF4F9AE71E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4179888" y="2162175"/>
            <a:ext cx="40005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6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7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B1A5E5C-41CF-4665-96EC-F45B4ACA1447}" type="datetime'''''''''''''''''''''''''2''''''''''''''''''''0''2''''''6''''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2026</a:t>
            </a:fld>
            <a:endParaRPr lang="nl-NL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7AA6090-612D-3DD3-E9A4-48E9AD414433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4521200" y="2640013"/>
            <a:ext cx="6223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6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7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E2E6CCDA-89AD-4C88-8F42-61EFF3849895}" type="datetime'''''''''''''''''''S''''''''''''e''r''''''''i''''''''es ''1'''">
              <a:rPr lang="nl-NL" altLang="en-US" smtClean="0">
                <a:effectLst/>
              </a:rPr>
              <a:pPr/>
              <a:t>Series 1</a:t>
            </a:fld>
            <a:endParaRPr lang="nl-NL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767E00C-A3FC-F797-C8BB-E8251C64F6AB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521200" y="3040063"/>
            <a:ext cx="6223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6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7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0189CE26-EFEA-4903-A01E-AF6D1967BFA1}" type="datetime'''''''''''''''''''Seri''''e''''''''''s'' ''''''''''''''''2'">
              <a:rPr lang="nl-NL" altLang="en-US" smtClean="0">
                <a:effectLst/>
              </a:rPr>
              <a:pPr/>
              <a:t>Series 2</a:t>
            </a:fld>
            <a:endParaRPr lang="nl-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6B7A59E-BDDE-1995-490C-A72DCC557505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4521200" y="4183063"/>
            <a:ext cx="6223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6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7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420953B6-05D7-4D7B-B60B-43F8C6FF6CEA}" type="datetime'S''''''''e''rie''''''''''''''''''''''''''''''s ''''''''''''3'">
              <a:rPr lang="nl-NL" altLang="en-US" smtClean="0">
                <a:effectLst/>
              </a:rPr>
              <a:pPr/>
              <a:t>Series 3</a:t>
            </a:fld>
            <a:endParaRPr lang="nl-NL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72973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704&quot;/&gt;&lt;CPresentation id=&quot;1&quot;&gt;&lt;m_precDefaultOrdinal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LIDE" val="MLNK9a987123cb1741ffaec7630a91151a0c"/>
  <p:tag name="MACABACUSLINK" val="&lt;Links vendor=&quot;Macabacus&quot;&gt;&lt;Link version=&quot;9.7.2.0&quot;&gt;&lt;Source&gt;&lt;![CDATA[%USER_FOLDER%\OneDrive\Documenten\Macabacus\Personal Library\Slides\de764d\adff09.pptx]]&gt;&lt;/Source&gt;&lt;SourceModified&gt;2022-04-11 08:20:27&lt;/SourceModified&gt;&lt;ParentId&gt;&lt;/ParentId&gt;&lt;LinkId&gt;c2e7935aebb65005&lt;/LinkId&gt;&lt;FriendlyName&gt;&lt;/FriendlyName&gt;&lt;Type&gt;10&lt;/Type&gt;&lt;Address&gt;&lt;/Address&gt;&lt;LastUpdate&gt;2025-01-10 12:02:57&lt;/LastUpdate&gt;&lt;User&gt;&lt;/User&gt;&lt;SourceFormat&gt;True&lt;/SourceFormat&gt;&lt;/Link&gt;&lt;/Links&gt;"/>
  <p:tag name="MACABACUS_LIB_CONTENT" val="&lt;LibraryInfo vendor=&quot;Macabacus&quot; version=&quot;9.7.2.0&quot;&gt;&lt;LibraryId&gt;&lt;/LibraryId&gt;&lt;Permission&gt;0&lt;/Permission&gt;&lt;ContentPath&gt;&lt;![CDATA[%USER_FOLDER%\OneDrive\Documenten\Macabacus\Personal Library\Slides\de764d\adff09.pptx]]&gt;&lt;/ContentPath&gt;&lt;ContentType&gt;1&lt;/ContentType&gt;&lt;ContentId&gt;c2e7935aebb65005&lt;/ContentId&gt;&lt;Title&gt;Slide89&lt;/Title&gt;&lt;CurrentVersion&gt;1&lt;/CurrentVersion&gt;&lt;IgnoredVersion /&gt;&lt;KeepSrcFormatting&gt;True&lt;/KeepSrcFormatting&gt;&lt;ModifiedAt&gt;2025-01-10 11:02:56&lt;/ModifiedAt&gt;&lt;ModifiedBy&gt;Marcel Geurts&lt;/ModifiedBy&gt;&lt;/LibraryInfo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SHAPE_ID" val="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.2s0pkQKEwfIwMkUxqcI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FRgTpqgAoz_9UIbcGZ_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ny9oQ6AsJGjET4kAB._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HiQ9j3fwVxQGUiCsOol2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t6BEpwzTEq5_vBIdZmqA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Z1TDi5hx.nTNzFhO1Rn8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H9AZsm47LyvFvkGuHh2A"/>
</p:tagLst>
</file>

<file path=ppt/theme/theme1.xml><?xml version="1.0" encoding="utf-8"?>
<a:theme xmlns:a="http://schemas.openxmlformats.org/drawingml/2006/main" name="1_Kantoorthema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87e4a9" id="{B42F9BC7-6A4E-4EC7-8E39-8D9E47F27A24}" vid="{7E086959-777A-4B15-A920-91B878EEEB25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50</Words>
  <Application>Microsoft Office PowerPoint</Application>
  <PresentationFormat>Breedbeeld</PresentationFormat>
  <Paragraphs>15</Paragraphs>
  <Slides>1</Slides>
  <Notes>1</Notes>
  <HiddenSlides>0</HiddenSlides>
  <MMClips>0</MMClips>
  <ScaleCrop>false</ScaleCrop>
  <HeadingPairs>
    <vt:vector size="8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Ingesloten OLE-bronprogramma's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9" baseType="lpstr">
      <vt:lpstr>Aptos</vt:lpstr>
      <vt:lpstr>Arial</vt:lpstr>
      <vt:lpstr>Arial Black</vt:lpstr>
      <vt:lpstr>Calibri</vt:lpstr>
      <vt:lpstr>Century Gothic</vt:lpstr>
      <vt:lpstr>Tahoma</vt:lpstr>
      <vt:lpstr>1_Kantoorthema</vt:lpstr>
      <vt:lpstr>think-cell Slide</vt:lpstr>
      <vt:lpstr>&lt;SlideTitle&gt;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Tijn Schickendantz | ahti</dc:creator>
  <cp:lastModifiedBy>Tijn Schickendantz | ahti</cp:lastModifiedBy>
  <cp:revision>2</cp:revision>
  <dcterms:created xsi:type="dcterms:W3CDTF">2026-07-20T11:41:28Z</dcterms:created>
  <dcterms:modified xsi:type="dcterms:W3CDTF">2026-07-20T14:22:09Z</dcterms:modified>
</cp:coreProperties>
</file>
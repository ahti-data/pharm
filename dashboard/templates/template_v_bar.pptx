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326530612244899E-2"/>
          <c:y val="2.101010101010101E-2"/>
          <c:w val="0.96734693877551026"/>
          <c:h val="0.9579797979797979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1050</c:v>
                </c:pt>
                <c:pt idx="1">
                  <c:v>1061</c:v>
                </c:pt>
                <c:pt idx="2">
                  <c:v>2001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7F-4F18-B61B-0DBD3F7A5B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99899551"/>
        <c:axId val="1"/>
      </c:barChart>
      <c:catAx>
        <c:axId val="12998995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998995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oleObject" Target="../embeddings/oleObject67.bin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notesSlide" Target="../notesSlides/notesSlide1.xml"/><Relationship Id="rId17" Type="http://schemas.openxmlformats.org/officeDocument/2006/relationships/image" Target="../media/image3.png"/><Relationship Id="rId2" Type="http://schemas.openxmlformats.org/officeDocument/2006/relationships/tags" Target="../tags/tag137.xml"/><Relationship Id="rId16" Type="http://schemas.openxmlformats.org/officeDocument/2006/relationships/image" Target="../media/image2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slideLayout" Target="../slideLayouts/slideLayout50.xml"/><Relationship Id="rId5" Type="http://schemas.openxmlformats.org/officeDocument/2006/relationships/tags" Target="../tags/tag140.xml"/><Relationship Id="rId15" Type="http://schemas.openxmlformats.org/officeDocument/2006/relationships/chart" Target="../charts/chart1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1852982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169999" name="Chart 169998">
            <a:extLst>
              <a:ext uri="{FF2B5EF4-FFF2-40B4-BE49-F238E27FC236}">
                <a16:creationId xmlns:a16="http://schemas.microsoft.com/office/drawing/2014/main" id="{0DF9D614-BAC2-13CD-AA38-41215ADECC2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09790472"/>
              </p:ext>
            </p:extLst>
          </p:nvPr>
        </p:nvGraphicFramePr>
        <p:xfrm>
          <a:off x="876300" y="1985963"/>
          <a:ext cx="5056188" cy="3929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7AE5518-2858-56C4-39CA-B8C82CF0924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73213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EF953D7-3C13-4806-AAC9-B93CC8A4A72A}" type="datetime'''''2''''0''''''''2''''''4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C1983C2-F083-7BD7-E0BC-6BFE6482CE6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3203575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4B537BD-81EE-4107-9C07-5D146FEDC864}" type="datetime'''''''''''''2''''''''''''''''''''''02''''''''''''''''5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F274DDA-D13A-536E-C103-FD733C2C7517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833938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C40389E-0462-49B1-A93A-B6C063C34998}" type="datetime'''''''''''''2''''0''''''''''''''''''''''''''''''''2''''6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D3FC9D6D-B907-2103-44CE-37EB32FCC68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527175" y="3567113"/>
            <a:ext cx="4921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0C5C822-5D46-4C16-AF81-24669D60C0DA}" type="datetime'1'''''''',''''''''''''0''''''''''''''''''''5''0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1,050</a:t>
            </a:fld>
            <a:endParaRPr lang="nl-NL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BF87EEB0-C2C4-55F3-97DD-0C84CB3DD17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157538" y="3546475"/>
            <a:ext cx="4921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98958E1-66BE-40BA-86A3-1D3EB7568DB7}" type="datetime'''''1'''''''''''''',''0''6''''''''''''1'''''">
              <a:rPr lang="nl-NL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1,061</a:t>
            </a:fld>
            <a:endParaRPr lang="nl-NL" dirty="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A54C600-8CC7-2DCE-CD4E-A568708A866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4787900" y="1778000"/>
            <a:ext cx="4921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6D4D912-01BB-4833-ADFC-40A9B2C34037}" type="datetime'''''''''''''''2'''''''''',''''''0''0''''''''''''1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2,001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hUVZ4NoYnwne7RJ_I6C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TwPJNqln2F8He8DvjeF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EaNPaK.iqKjOXf3clKB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h8QUUnf13U1ibFLr6is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yhD8Gat_2KLxERHudD3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jYOuMWyut.j.nW6Dqy0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GIhEh._wC_ayHoCN0i7A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211</TotalTime>
  <Words>50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Menezes Bravo Alvo Nunes, L. (Leonardo)</cp:lastModifiedBy>
  <cp:revision>10</cp:revision>
  <dcterms:created xsi:type="dcterms:W3CDTF">2026-05-13T14:33:17Z</dcterms:created>
  <dcterms:modified xsi:type="dcterms:W3CDTF">2026-07-17T16:56:49Z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
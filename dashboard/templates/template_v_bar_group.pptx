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326530612244899E-2"/>
          <c:y val="0.11410204901566895"/>
          <c:w val="0.96734693877551026"/>
          <c:h val="0.8083567697870630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80233025311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0E0-47B1-8F2C-9BC94F62E7BD}"/>
                </c:ext>
              </c:extLst>
            </c:dLbl>
            <c:dLbl>
              <c:idx val="1"/>
              <c:layout>
                <c:manualLayout>
                  <c:x val="0"/>
                  <c:y val="-0.3226195259140217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0E0-47B1-8F2C-9BC94F62E7BD}"/>
                </c:ext>
              </c:extLst>
            </c:dLbl>
            <c:dLbl>
              <c:idx val="2"/>
              <c:layout>
                <c:manualLayout>
                  <c:x val="0"/>
                  <c:y val="-0.440739252711932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0E0-47B1-8F2C-9BC94F62E7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4.3</c:v>
                </c:pt>
                <c:pt idx="1">
                  <c:v>5.0999999999999996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E0-47B1-8F2C-9BC94F62E7B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552832462836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0E0-47B1-8F2C-9BC94F62E7BD}"/>
                </c:ext>
              </c:extLst>
            </c:dLbl>
            <c:dLbl>
              <c:idx val="1"/>
              <c:layout>
                <c:manualLayout>
                  <c:x val="0"/>
                  <c:y val="-0.2274005624748895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0E0-47B1-8F2C-9BC94F62E7BD}"/>
                </c:ext>
              </c:extLst>
            </c:dLbl>
            <c:dLbl>
              <c:idx val="2"/>
              <c:layout>
                <c:manualLayout>
                  <c:x val="0"/>
                  <c:y val="-0.294897549216552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0E0-47B1-8F2C-9BC94F62E7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2.2999999999999998</c:v>
                </c:pt>
                <c:pt idx="1">
                  <c:v>3.4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0E0-47B1-8F2C-9BC94F62E7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57053023"/>
        <c:axId val="1"/>
      </c:barChart>
      <c:catAx>
        <c:axId val="4570530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570530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573819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notesSlide" Target="../notesSlides/notesSlide1.xml"/><Relationship Id="rId18" Type="http://schemas.openxmlformats.org/officeDocument/2006/relationships/image" Target="../media/image3.png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slideLayout" Target="../slideLayouts/slideLayout50.xml"/><Relationship Id="rId17" Type="http://schemas.openxmlformats.org/officeDocument/2006/relationships/image" Target="../media/image2.png"/><Relationship Id="rId2" Type="http://schemas.openxmlformats.org/officeDocument/2006/relationships/tags" Target="../tags/tag137.xml"/><Relationship Id="rId16" Type="http://schemas.openxmlformats.org/officeDocument/2006/relationships/chart" Target="../charts/chart1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image" Target="../media/image11.emf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2767325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E1D5FA2F-8338-324B-4E60-B2BA5A44222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72284012"/>
              </p:ext>
            </p:extLst>
          </p:nvPr>
        </p:nvGraphicFramePr>
        <p:xfrm>
          <a:off x="876300" y="1711325"/>
          <a:ext cx="5056188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13EC787-0C7E-210E-14F3-36F41466979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73213" y="5414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6C3A4A7-6475-46CF-80E2-7BB78EC76EC4}" type="datetime'''''''''''''2''''''''''''0''''''''''''''''24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E5990A7-EBFA-60F9-B186-68C89734694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3203575" y="5414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E1D398-4E50-442B-86CB-DC12453084F2}" type="datetime'''''''''''''''''''''''2''''''0''''''''''''2''''''5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8F36FD6-7D3D-EBCA-E165-A9F32B802AA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833938" y="5414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3323A8D-74A5-4DB2-AE69-0CB3881DC306}" type="datetime'''''''20''''''''''''''''''''''''''''''2''''''6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621227-1E1A-4366-D25C-93AE985DBF19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2268538" y="5797550"/>
            <a:ext cx="249237" cy="18573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B581FC-3B58-9775-51A9-DB8322664145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3292475" y="5797550"/>
            <a:ext cx="249237" cy="1857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870252C-B3A5-526B-58DE-CDCBF710FC9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568575" y="575151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CF4F258-C6A9-4061-A0FF-DEBBD915C143}" type="datetime'''S''''''''e''''''''''''''''''''''''''r''''i''e''s'''' ''''1'">
              <a:rPr lang="nl-NL" altLang="en-US" smtClean="0">
                <a:effectLst/>
              </a:rPr>
              <a:pPr/>
              <a:t>Series 1</a:t>
            </a:fld>
            <a:endParaRPr lang="nl-NL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42F42CC-6E83-BB52-F3B7-841A5F98855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592513" y="575151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B346A861-EB0D-4EEA-9AFE-6D7289FB957D}" type="datetime'''''''S''''''e''''''rie''s'''''' ''''2''''''''''''''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Series 2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c_uD3oTeCMp6wsCtXY6I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GlW.ndstU9gWRDL7.wW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vdVax6QsBBrWflR6qfTr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8JIbMyNlWuZIvlmcu9Z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5h.N6TeaphXQSyNvMvR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C521MhHsTSST3NITVng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tmuThwD3W7gJw1ub9rG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ds9WtqSA4E_WpxJHOHFQ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215</TotalTime>
  <Words>55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Menezes Bravo Alvo Nunes, L. (Leonardo)</cp:lastModifiedBy>
  <cp:revision>12</cp:revision>
  <dcterms:created xsi:type="dcterms:W3CDTF">2026-05-13T14:33:17Z</dcterms:created>
  <dcterms:modified xsi:type="dcterms:W3CDTF">2026-07-17T17:15:21Z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
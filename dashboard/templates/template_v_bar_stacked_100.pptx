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719378081152827E-2"/>
          <c:y val="7.1534469977761306E-2"/>
          <c:w val="0.96056124383769437"/>
          <c:h val="0.8569310600444773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3358042994810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F9C-4ABA-A399-F38A4FADBEC3}"/>
                </c:ext>
              </c:extLst>
            </c:dLbl>
            <c:dLbl>
              <c:idx val="1"/>
              <c:layout>
                <c:manualLayout>
                  <c:x val="0"/>
                  <c:y val="3.3358042994810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F9C-4ABA-A399-F38A4FADBEC3}"/>
                </c:ext>
              </c:extLst>
            </c:dLbl>
            <c:dLbl>
              <c:idx val="2"/>
              <c:layout>
                <c:manualLayout>
                  <c:x val="0"/>
                  <c:y val="2.965159377316530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F9C-4ABA-A399-F38A4FADBEC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C-4ABA-A399-F38A4FADBEC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2.965159377316530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F9C-4ABA-A399-F38A4FADBEC3}"/>
                </c:ext>
              </c:extLst>
            </c:dLbl>
            <c:dLbl>
              <c:idx val="2"/>
              <c:layout>
                <c:manualLayout>
                  <c:x val="0"/>
                  <c:y val="2.965159377316530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F9C-4ABA-A399-F38A4FADBEC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C-4ABA-A399-F38A4FADBEC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2.965159377316530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F9C-4ABA-A399-F38A4FADBEC3}"/>
                </c:ext>
              </c:extLst>
            </c:dLbl>
            <c:dLbl>
              <c:idx val="1"/>
              <c:layout>
                <c:manualLayout>
                  <c:x val="0"/>
                  <c:y val="3.3358042994810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2F9C-4ABA-A399-F38A4FADBEC3}"/>
                </c:ext>
              </c:extLst>
            </c:dLbl>
            <c:dLbl>
              <c:idx val="2"/>
              <c:layout>
                <c:manualLayout>
                  <c:x val="0"/>
                  <c:y val="3.33580429948109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F9C-4ABA-A399-F38A4FADBEC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18.999999999999993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F9C-4ABA-A399-F38A4FADB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26284447"/>
        <c:axId val="1"/>
      </c:barChart>
      <c:catAx>
        <c:axId val="926284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262844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19-7-2026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138.xml"/><Relationship Id="rId21" Type="http://schemas.openxmlformats.org/officeDocument/2006/relationships/chart" Target="../charts/chart1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slideLayout" Target="../slideLayouts/slideLayout50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20" Type="http://schemas.openxmlformats.org/officeDocument/2006/relationships/image" Target="../media/image11.emf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image" Target="../media/image3.png"/><Relationship Id="rId10" Type="http://schemas.openxmlformats.org/officeDocument/2006/relationships/tags" Target="../tags/tag145.xml"/><Relationship Id="rId19" Type="http://schemas.openxmlformats.org/officeDocument/2006/relationships/oleObject" Target="../embeddings/oleObject67.bin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7684410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44" imgH="344" progId="TCLayout.ActiveDocument.1">
                  <p:embed/>
                </p:oleObj>
              </mc:Choice>
              <mc:Fallback>
                <p:oleObj name="think-cell Slide" r:id="rId19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A5E60C4A-9069-07B1-AFC6-DAB1A4BA1770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13040303"/>
              </p:ext>
            </p:extLst>
          </p:nvPr>
        </p:nvGraphicFramePr>
        <p:xfrm>
          <a:off x="1343025" y="1855788"/>
          <a:ext cx="4186238" cy="4283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0D404-1171-7ECC-04C6-79A583573899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5199063" y="2162175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AD0C59-9DBA-BF6B-3D53-62887A7E522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893888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39AFDA5-C3E5-495F-9381-29915D393FE3}" type="datetime'''''''''''''''''''''''''''''2''''''''''''0''24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CB9206-70CD-BAA5-871A-AE834E8D192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235325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4FA7189-E802-4F7E-80C6-132E06278B08}" type="datetime'''''''''''''''''2''''''''0''''''2''5''''''''''''''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DE6220A-66A1-E4FC-0589-29F6C72D5BB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575175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08D75E7-50F4-4B46-BE84-174696F841D5}" type="datetime'''''''''''''''''''2''''''''''02''''''6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FC04F10-BB50-5C3E-199B-0C543A9436C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958850" y="2378075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248FC9B-AFCA-4C53-8624-52D9ADA9C53C}" type="datetime'''S''''er''''ie''''''s'''''' ''''''''''''''1''''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1</a:t>
            </a:fld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E1D02FC-D1F9-A8CC-DF1A-822AD383A32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58850" y="3203575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1C62C712-AE56-413A-95AA-DCDDB0FA0B1E}" type="datetime'Se''''''''''''''''r''''''''''ie''s'''' ''''''2''''''''''''''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nl-NL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CDC17C8-A3AF-730C-5CDA-86F3C220079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58850" y="469106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73B63961-E6F6-49B8-B2DC-DF2ADEBA1B25}" type="datetime'S''e''''''r''''''''''''i''''e''''''''''s'''''' ''''''3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3</a:t>
            </a:fld>
            <a:endParaRPr lang="nl-NL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3BD6AA9-6A05-9C8F-2D90-5C1823179FD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453063" y="2047875"/>
            <a:ext cx="3968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6341812-5159-4F91-96F3-5DEB0F8A2521}" type="datetime'''''''''''''1''''''''''''0''''''''''0%'">
              <a:rPr lang="nl-NL" altLang="en-US" sz="1200" smtClean="0">
                <a:effectLst/>
              </a:rPr>
              <a:pPr/>
              <a:t>100%</a:t>
            </a:fld>
            <a:endParaRPr lang="nl-NL" sz="12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4DB42CE-5B59-A88B-D758-EED3FAF4B06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971675" y="1871663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9C1A112-5A00-44F0-9CA7-E883DBABA830}" type="datetime'''''''''''''''''''''''''''''''''''''''2''''''''''3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nl-NL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35FE986-39C9-7192-A28D-E084A7281123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3275013" y="2598738"/>
            <a:ext cx="320675" cy="2651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A8CA486-C799-4F0B-A3EF-AA8D327880E1}" type="datetime'5''''''''%'''">
              <a:rPr lang="nl-NL" altLang="en-US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5%</a:t>
            </a:fld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862C83F-472A-E5B4-79DD-B726C7AE6C1C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3313113" y="1871663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6E5EE76-B251-4D95-A490-F9117EAED852}" type="datetime'''''''''''''''4''''''''''''''5''''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</a:t>
            </a:fld>
            <a:endParaRPr lang="nl-NL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41FB295-1AC7-8752-C76A-F5048D71B376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4652963" y="1871663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22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3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97141D6-9348-4872-B8BD-677FE7CC5F71}" type="datetime'''''''''''''''''''''''''''''''''''3''''''''''0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Vot7IVSTOOz1pUwi4GO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YXuYkerzAFHTRg.ldinq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cqKJlXEemPOHkl9qDrc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xzUIZE4J8lDS35MtTZn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JBRKJ8B9qtqhBaY7LLI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xt1A143AEnaMs3rNIvX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nxH4pV1ckL.PMx1p3to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NjZOl70yz.v0rxOyRvG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my_H3cPAmTzG_yvTDXy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0Q8mcAra77S14O77QLh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.X7qZNaYNM3ijDjmub7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xp6s4bSvNTQGOET1Qtz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lKqBZUHy7YmkAfl2Ny8w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212</TotalTime>
  <Words>63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Leonardo Nunes | ahti</cp:lastModifiedBy>
  <cp:revision>11</cp:revision>
  <dcterms:created xsi:type="dcterms:W3CDTF">2026-05-13T14:33:17Z</dcterms:created>
  <dcterms:modified xsi:type="dcterms:W3CDTF">2026-07-18T22:50:23Z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
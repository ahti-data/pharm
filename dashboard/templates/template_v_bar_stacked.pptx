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5.xml" ContentType="application/vnd.openxmlformats-officedocument.theme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heme/theme6.xml" ContentType="application/vnd.openxmlformats-officedocument.theme+xml"/>
  <Override PartName="/ppt/theme/theme7.xml" ContentType="application/vnd.openxmlformats-officedocument.theme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89" r:id="rId4"/>
    <p:sldMasterId id="2147483939" r:id="rId5"/>
    <p:sldMasterId id="2147483954" r:id="rId6"/>
    <p:sldMasterId id="2147483967" r:id="rId7"/>
    <p:sldMasterId id="2147483998" r:id="rId8"/>
  </p:sldMasterIdLst>
  <p:notesMasterIdLst>
    <p:notesMasterId r:id="rId10"/>
  </p:notesMasterIdLst>
  <p:handoutMasterIdLst>
    <p:handoutMasterId r:id="rId11"/>
  </p:handoutMasterIdLst>
  <p:sldIdLst>
    <p:sldId id="2324" r:id="rId9"/>
  </p:sldIdLst>
  <p:sldSz cx="12192000" cy="6858000"/>
  <p:notesSz cx="6858000" cy="9144000"/>
  <p:custDataLst>
    <p:tags r:id="rId12"/>
  </p:custDataLst>
  <p:defaultTextStyle>
    <a:defPPr>
      <a:defRPr lang="nl-NL"/>
    </a:defPPr>
    <a:lvl1pPr marL="0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1pPr>
    <a:lvl2pPr marL="677296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2pPr>
    <a:lvl3pPr marL="1354592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3pPr>
    <a:lvl4pPr marL="2031888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4pPr>
    <a:lvl5pPr marL="2709184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5pPr>
    <a:lvl6pPr marL="3386480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6pPr>
    <a:lvl7pPr marL="4063776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7pPr>
    <a:lvl8pPr marL="4741073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8pPr>
    <a:lvl9pPr marL="5418369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7" orient="horz" pos="2908" userDrawn="1">
          <p15:clr>
            <a:srgbClr val="A4A3A4"/>
          </p15:clr>
        </p15:guide>
        <p15:guide id="22" orient="horz" pos="1593" userDrawn="1">
          <p15:clr>
            <a:srgbClr val="A4A3A4"/>
          </p15:clr>
        </p15:guide>
        <p15:guide id="24" pos="574" userDrawn="1">
          <p15:clr>
            <a:srgbClr val="A4A3A4"/>
          </p15:clr>
        </p15:guide>
        <p15:guide id="25" pos="7106" userDrawn="1">
          <p15:clr>
            <a:srgbClr val="A4A3A4"/>
          </p15:clr>
        </p15:guide>
        <p15:guide id="26" orient="horz" pos="2591" userDrawn="1">
          <p15:clr>
            <a:srgbClr val="A4A3A4"/>
          </p15:clr>
        </p15:guide>
        <p15:guide id="27" pos="3840" userDrawn="1">
          <p15:clr>
            <a:srgbClr val="A4A3A4"/>
          </p15:clr>
        </p15:guide>
        <p15:guide id="29" pos="4067" userDrawn="1">
          <p15:clr>
            <a:srgbClr val="A4A3A4"/>
          </p15:clr>
        </p15:guide>
        <p15:guide id="30" pos="3613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C026A00-8BE7-AF7F-A90B-89C1C39F422C}" name="Marcel Geurts" initials="MG" userId="S::Geurts@healthventurepartners.nl::d29bb2ba-58bb-41b8-97b2-b6349d8b9a1c" providerId="AD"/>
  <p188:author id="{D6774C1E-C7FD-08EA-177E-EFCADEA11F60}" name="Heleen Klapwijk" initials="HK" userId="S::h.klapwijk@ahti.nl::eedee6d5-90ae-4530-805c-9fb612b93679" providerId="AD"/>
  <p188:author id="{EEDB1A66-6EBA-6773-E41A-9D903BD7D1CC}" name="Malou Sprinkhuizen" initials="MS" userId="S::m.sprinkhuizen@ahti.nl::9362aaec-73bf-4c73-8859-618ad7550d09" providerId="AD"/>
  <p188:author id="{FF9D9069-6FD2-3848-B433-3A0F76FB809E}" name="Marcel Geurts" initials="" userId="S::m.geurts@ahti.nl::7a68578e-58eb-4257-b468-571bc8f48311" providerId="AD"/>
  <p188:author id="{3C9AC981-BB53-D571-02E5-98CCAE7AD09F}" name="Gastgebruiker" initials="Ga" userId="Gastgebruiker" providerId="Windows Live"/>
  <p188:author id="{6A88119A-F693-9C85-A78E-50E71B3178E6}" name="Lianne Hoeijmakers" initials="LH" userId="S::l.hoeijmakers@ahti.nl::d7915e28-388f-4254-9da5-f69e3505f1bd" providerId="AD"/>
  <p188:author id="{4A487FD4-FFCE-6312-25B8-FDB4CE225227}" name="Renske Braken" initials="RB" userId="S::r.braken@ahti.nl::8ffbd655-549a-45f6-a0ea-f90e79f20bfa" providerId="AD"/>
  <p188:author id="{C414D1D6-844C-769E-A07C-8BE10E1C02E8}" name="Simone van Dormolen" initials="SD" userId="S::s.vandormolen@ahti.nl::bc1927ea-de9d-42b9-bda4-3582c108a43b" providerId="AD"/>
  <p188:author id="{87FBD4F3-2C8B-6281-7147-FEAFE9711ED8}" name="Rosan van Zoest" initials="RvZ" userId="S::r.vanzoest@ahti.nl::62c4a79c-3b30-4d4b-b469-98f6fff41f62" providerId="AD"/>
  <p188:author id="{0C0109F7-B1BC-E2CD-3C3F-BF926B765486}" name="Danielle Ratsma" initials="DR" userId="S::d.ratsma@ahti.nl::320594a1-0856-4856-8882-e5935fcde2ef" providerId="AD"/>
  <p188:author id="{D61178F8-21C6-FB37-D194-F2266FBBDF56}" name="Marcel Geurts" initials="MG" userId="S::Marcel.Geurts@gelijkgezond.nl::929e69ab-bf51-4885-9b49-490b1746c25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.vandervelde@ahti.nl" initials="l" lastIdx="4" clrIdx="0">
    <p:extLst>
      <p:ext uri="{19B8F6BF-5375-455C-9EA6-DF929625EA0E}">
        <p15:presenceInfo xmlns:p15="http://schemas.microsoft.com/office/powerpoint/2012/main" userId="S::l.vandervelde@ahti.nl::565833e1-5e85-455a-8a4e-9f6708a56de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EEB7"/>
    <a:srgbClr val="E5DFF4"/>
    <a:srgbClr val="FCD6D3"/>
    <a:srgbClr val="00C057"/>
    <a:srgbClr val="FFF7DD"/>
    <a:srgbClr val="007635"/>
    <a:srgbClr val="FFDD71"/>
    <a:srgbClr val="F2F2F2"/>
    <a:srgbClr val="FFCD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Stijl, thema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Stijl, thema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Stijl, licht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Stijl, licht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Stijl, gemiddeld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Stijl, gemiddeld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Stijl, gemiddeld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Stijl, gemiddeld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Stijl, gemiddeld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2833802-FEF1-4C79-8D5D-14CF1EAF98D9}" styleName="Stijl, licht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940675A-B579-460E-94D1-54222C63F5DA}" styleName="Geen stijl, tabel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499" autoAdjust="0"/>
  </p:normalViewPr>
  <p:slideViewPr>
    <p:cSldViewPr snapToGrid="0" showGuides="1">
      <p:cViewPr varScale="1">
        <p:scale>
          <a:sx n="54" d="100"/>
          <a:sy n="54" d="100"/>
        </p:scale>
        <p:origin x="1116" y="66"/>
      </p:cViewPr>
      <p:guideLst>
        <p:guide orient="horz" pos="2908"/>
        <p:guide orient="horz" pos="1593"/>
        <p:guide pos="574"/>
        <p:guide pos="7106"/>
        <p:guide orient="horz" pos="2591"/>
        <p:guide pos="3840"/>
        <p:guide pos="4067"/>
        <p:guide pos="361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commentAuthors" Target="commentAuthor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7857142857142856E-2"/>
          <c:y val="7.0003627130939425E-2"/>
          <c:w val="0.9642857142857143"/>
          <c:h val="0.8599927457381211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3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3.264417845484222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395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4C5-4FDC-9F82-3EF4007305DA}"/>
                </c:ext>
              </c:extLst>
            </c:dLbl>
            <c:dLbl>
              <c:idx val="1"/>
              <c:layout>
                <c:manualLayout>
                  <c:x val="0"/>
                  <c:y val="3.264417845484222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395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4C5-4FDC-9F82-3EF4007305DA}"/>
                </c:ext>
              </c:extLst>
            </c:dLbl>
            <c:dLbl>
              <c:idx val="2"/>
              <c:layout>
                <c:manualLayout>
                  <c:x val="0"/>
                  <c:y val="3.264417845484222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395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84C5-4FDC-9F82-3EF4007305D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14.9</c:v>
                </c:pt>
                <c:pt idx="1">
                  <c:v>21.8</c:v>
                </c:pt>
                <c:pt idx="2">
                  <c:v>35.1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4C5-4FDC-9F82-3EF4007305DA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3.264417845484222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395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84C5-4FDC-9F82-3EF4007305DA}"/>
                </c:ext>
              </c:extLst>
            </c:dLbl>
            <c:dLbl>
              <c:idx val="1"/>
              <c:layout>
                <c:manualLayout>
                  <c:x val="0"/>
                  <c:y val="3.264417845484222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395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84C5-4FDC-9F82-3EF4007305DA}"/>
                </c:ext>
              </c:extLst>
            </c:dLbl>
            <c:dLbl>
              <c:idx val="2"/>
              <c:layout>
                <c:manualLayout>
                  <c:x val="0"/>
                  <c:y val="3.264417845484222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395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84C5-4FDC-9F82-3EF4007305D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Sheet1!$A$2:$C$2</c:f>
              <c:numCache>
                <c:formatCode>General</c:formatCode>
                <c:ptCount val="3"/>
                <c:pt idx="0">
                  <c:v>5.0999999999999996</c:v>
                </c:pt>
                <c:pt idx="1">
                  <c:v>3.8999999999999986</c:v>
                </c:pt>
                <c:pt idx="2">
                  <c:v>7.2000000000000028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4C5-4FDC-9F82-3EF4007305DA}"/>
            </c:ext>
          </c:extLst>
        </c:ser>
        <c:ser>
          <c:idx val="2"/>
          <c:order val="2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2.9017047515415306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395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84C5-4FDC-9F82-3EF4007305DA}"/>
                </c:ext>
              </c:extLst>
            </c:dLbl>
            <c:dLbl>
              <c:idx val="1"/>
              <c:layout>
                <c:manualLayout>
                  <c:x val="0"/>
                  <c:y val="3.264417845484222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395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84C5-4FDC-9F82-3EF4007305DA}"/>
                </c:ext>
              </c:extLst>
            </c:dLbl>
            <c:dLbl>
              <c:idx val="2"/>
              <c:layout>
                <c:manualLayout>
                  <c:x val="0"/>
                  <c:y val="3.264417845484222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395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84C5-4FDC-9F82-3EF4007305D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Sheet1!$A$3:$C$3</c:f>
              <c:numCache>
                <c:formatCode>General</c:formatCode>
                <c:ptCount val="3"/>
                <c:pt idx="0">
                  <c:v>3.5</c:v>
                </c:pt>
                <c:pt idx="1">
                  <c:v>5.3000000000000007</c:v>
                </c:pt>
                <c:pt idx="2">
                  <c:v>4.1000000000000014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84C5-4FDC-9F82-3EF4007305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30586272"/>
        <c:axId val="1"/>
      </c:barChart>
      <c:catAx>
        <c:axId val="13058627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6.400000000000006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3058627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A6C11F2A-C2FD-0C36-C5E2-8609FF810C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5BED7B80-2861-C7AB-6A31-833C68A29BD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0E2482-1043-42FF-A02A-44DE480A67A4}" type="datetimeFigureOut">
              <a:rPr lang="nl-NL" smtClean="0"/>
              <a:t>19-7-2026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0695BC7-C9BA-7E37-376A-C14CFB72BA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0E8DC3B9-9FDB-9DE7-86F4-C0BA090A62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644B1-DB32-42A2-BEE0-0EEAF232612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5154395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D5343C8C-6286-4A27-B6BF-1DEFAE800225}" type="datetimeFigureOut">
              <a:rPr lang="nl-NL" smtClean="0"/>
              <a:pPr/>
              <a:t>19-7-2026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FB63E5FC-EF40-443E-87EF-FD0F49DD39E8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06474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2725A-8C23-A0D7-DC0F-EB076F5A0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A29DB4F1-C0AE-4571-8359-06152E14FA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8EFE500F-166F-202F-C0F1-F63CD5265C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Voortbordurend op de eerste uitwerking – aantallen MSZ zorg en aantallen nieuwe MSZ zorg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03EF5EB-4F2C-4127-DE23-D94F6A402F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FFBBD1-FE09-4B6F-A3CC-AB37AEF4DE46}" type="slidenum">
              <a:rPr kumimoji="0" lang="nl-NL" alt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lang="nl-NL" alt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9513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6.jpe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5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7" Type="http://schemas.openxmlformats.org/officeDocument/2006/relationships/image" Target="../media/image7.emf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6.bin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7" Type="http://schemas.openxmlformats.org/officeDocument/2006/relationships/image" Target="../media/image7.emf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7.bin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8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7" Type="http://schemas.openxmlformats.org/officeDocument/2006/relationships/image" Target="../media/image7.emf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9.bin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image" Target="../media/image7.emf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0.bin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1.xml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7" Type="http://schemas.openxmlformats.org/officeDocument/2006/relationships/image" Target="../media/image6.jpe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6.bin"/><Relationship Id="rId4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7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8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7" Type="http://schemas.openxmlformats.org/officeDocument/2006/relationships/image" Target="../media/image7.emf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9.bin"/><Relationship Id="rId4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image" Target="../media/image7.emf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0.bin"/><Relationship Id="rId4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21.bin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7" Type="http://schemas.openxmlformats.org/officeDocument/2006/relationships/image" Target="../media/image7.emf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2.bin"/><Relationship Id="rId4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7" Type="http://schemas.openxmlformats.org/officeDocument/2006/relationships/image" Target="../media/image7.emf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3.bin"/><Relationship Id="rId4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3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4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5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8.xml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7" Type="http://schemas.openxmlformats.org/officeDocument/2006/relationships/image" Target="../media/image6.jpeg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9.bin"/><Relationship Id="rId4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30.bin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31.bin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7" Type="http://schemas.openxmlformats.org/officeDocument/2006/relationships/image" Target="../media/image7.emf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2.bin"/><Relationship Id="rId4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7" Type="http://schemas.openxmlformats.org/officeDocument/2006/relationships/image" Target="../media/image7.emf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3.bin"/><Relationship Id="rId4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34.bin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7" Type="http://schemas.openxmlformats.org/officeDocument/2006/relationships/image" Target="../media/image7.emf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5.bin"/><Relationship Id="rId4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tags" Target="../tags/tag79.xml"/><Relationship Id="rId7" Type="http://schemas.openxmlformats.org/officeDocument/2006/relationships/image" Target="../media/image7.emf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6.bin"/><Relationship Id="rId4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0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1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85.xml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tags" Target="../tags/tag88.xml"/><Relationship Id="rId7" Type="http://schemas.openxmlformats.org/officeDocument/2006/relationships/image" Target="../media/image6.jpeg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2.bin"/><Relationship Id="rId4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3.bin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4.bin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tags" Target="../tags/tag95.xml"/><Relationship Id="rId7" Type="http://schemas.openxmlformats.org/officeDocument/2006/relationships/image" Target="../media/image7.emf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5.bin"/><Relationship Id="rId4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tags" Target="../tags/tag98.xml"/><Relationship Id="rId7" Type="http://schemas.openxmlformats.org/officeDocument/2006/relationships/image" Target="../media/image7.emf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6.bin"/><Relationship Id="rId4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47.bin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tags" Target="../tags/tag103.xml"/><Relationship Id="rId7" Type="http://schemas.openxmlformats.org/officeDocument/2006/relationships/image" Target="../media/image7.emf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8.bin"/><Relationship Id="rId4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tags" Target="../tags/tag106.xml"/><Relationship Id="rId7" Type="http://schemas.openxmlformats.org/officeDocument/2006/relationships/image" Target="../media/image7.emf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9.bin"/><Relationship Id="rId4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07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08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09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image" Target="../media/image6.jpeg"/><Relationship Id="rId5" Type="http://schemas.openxmlformats.org/officeDocument/2006/relationships/image" Target="../media/image10.emf"/><Relationship Id="rId4" Type="http://schemas.openxmlformats.org/officeDocument/2006/relationships/oleObject" Target="../embeddings/oleObject54.bin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tags" Target="../tags/tag116.xml"/><Relationship Id="rId7" Type="http://schemas.openxmlformats.org/officeDocument/2006/relationships/image" Target="../media/image7.emf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55.bin"/><Relationship Id="rId4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tags" Target="../tags/tag119.xml"/><Relationship Id="rId7" Type="http://schemas.openxmlformats.org/officeDocument/2006/relationships/image" Target="../media/image7.emf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56.bin"/><Relationship Id="rId4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20.xml"/><Relationship Id="rId5" Type="http://schemas.openxmlformats.org/officeDocument/2006/relationships/image" Target="../media/image5.jpeg"/><Relationship Id="rId4" Type="http://schemas.openxmlformats.org/officeDocument/2006/relationships/image" Target="../media/image10.emf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58.bin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59.bin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26.xml"/><Relationship Id="rId1" Type="http://schemas.openxmlformats.org/officeDocument/2006/relationships/tags" Target="../tags/tag125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60.bin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61.bin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30.xml"/><Relationship Id="rId1" Type="http://schemas.openxmlformats.org/officeDocument/2006/relationships/tags" Target="../tags/tag129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62.bin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31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10.emf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3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10.emf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33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10.emf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66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049C44C-F000-4BD1-B382-F518671C22C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782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049C44C-F000-4BD1-B382-F518671C22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712F95B7-2130-4571-9696-891B52F7B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6600" y="1376327"/>
            <a:ext cx="3004497" cy="368223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DE852AB-BD76-499B-839A-BF2FDF6FAB17}"/>
              </a:ext>
            </a:extLst>
          </p:cNvPr>
          <p:cNvSpPr txBox="1"/>
          <p:nvPr/>
        </p:nvSpPr>
        <p:spPr>
          <a:xfrm>
            <a:off x="3592996" y="5395935"/>
            <a:ext cx="5026010" cy="426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lnSpc>
                <a:spcPct val="110000"/>
              </a:lnSpc>
            </a:pPr>
            <a:r>
              <a:rPr lang="nl-NL" sz="2160" b="1" err="1">
                <a:solidFill>
                  <a:srgbClr val="5A5A5C"/>
                </a:solidFill>
                <a:latin typeface="+mj-lt"/>
              </a:rPr>
              <a:t>Achieving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</a:t>
            </a:r>
            <a:r>
              <a:rPr lang="nl-NL" sz="2160" b="1" err="1">
                <a:solidFill>
                  <a:srgbClr val="5A5A5C"/>
                </a:solidFill>
                <a:latin typeface="+mj-lt"/>
              </a:rPr>
              <a:t>better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2263670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9">
          <p15:clr>
            <a:srgbClr val="FBAE40"/>
          </p15:clr>
        </p15:guide>
        <p15:guide id="2" pos="567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4420D5D-3FF7-4F00-8500-23B81C4B2F1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710116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4420D5D-3FF7-4F00-8500-23B81C4B2F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76F96AD3-0A94-4775-9FAF-A2C5657B667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3738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669212-A33D-4C67-A7FA-4DB314F2A5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16" y="1739676"/>
            <a:ext cx="4695717" cy="2387600"/>
          </a:xfrm>
        </p:spPr>
        <p:txBody>
          <a:bodyPr vert="horz" anchor="b">
            <a:normAutofit/>
          </a:bodyPr>
          <a:lstStyle>
            <a:lvl1pPr algn="l" rtl="0">
              <a:lnSpc>
                <a:spcPct val="95000"/>
              </a:lnSpc>
              <a:defRPr sz="3738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0"/>
          </p:nvPr>
        </p:nvSpPr>
        <p:spPr>
          <a:xfrm>
            <a:off x="6921493" y="1"/>
            <a:ext cx="5270507" cy="6857999"/>
          </a:xfrm>
          <a:custGeom>
            <a:avLst/>
            <a:gdLst>
              <a:gd name="connsiteX0" fmla="*/ 222245 w 6995946"/>
              <a:gd name="connsiteY0" fmla="*/ 0 h 10158412"/>
              <a:gd name="connsiteX1" fmla="*/ 6995946 w 6995946"/>
              <a:gd name="connsiteY1" fmla="*/ 0 h 10158412"/>
              <a:gd name="connsiteX2" fmla="*/ 6995946 w 6995946"/>
              <a:gd name="connsiteY2" fmla="*/ 10158412 h 10158412"/>
              <a:gd name="connsiteX3" fmla="*/ 1379646 w 6995946"/>
              <a:gd name="connsiteY3" fmla="*/ 10158412 h 10158412"/>
              <a:gd name="connsiteX4" fmla="*/ 1349932 w 6995946"/>
              <a:gd name="connsiteY4" fmla="*/ 10085685 h 10158412"/>
              <a:gd name="connsiteX5" fmla="*/ 0 w 6995946"/>
              <a:gd name="connsiteY5" fmla="*/ 2949553 h 10158412"/>
              <a:gd name="connsiteX6" fmla="*/ 156361 w 6995946"/>
              <a:gd name="connsiteY6" fmla="*/ 470839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946" h="10158412">
                <a:moveTo>
                  <a:pt x="222245" y="0"/>
                </a:moveTo>
                <a:lnTo>
                  <a:pt x="6995946" y="0"/>
                </a:lnTo>
                <a:lnTo>
                  <a:pt x="6995946" y="10158412"/>
                </a:lnTo>
                <a:lnTo>
                  <a:pt x="1379646" y="10158412"/>
                </a:lnTo>
                <a:lnTo>
                  <a:pt x="1349932" y="10085685"/>
                </a:lnTo>
                <a:cubicBezTo>
                  <a:pt x="478637" y="7876086"/>
                  <a:pt x="0" y="5468715"/>
                  <a:pt x="0" y="2949553"/>
                </a:cubicBezTo>
                <a:cubicBezTo>
                  <a:pt x="0" y="2109833"/>
                  <a:pt x="53182" y="1282533"/>
                  <a:pt x="156361" y="470839"/>
                </a:cubicBez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34040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128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endParaRPr lang="nl-NL" sz="897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897" b="0" u="sng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897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endParaRPr lang="nl-NL" sz="897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knop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Foto bijsnijden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A57C3E4-7B36-4108-AAB5-5B73F8B1ADB8}"/>
              </a:ext>
            </a:extLst>
          </p:cNvPr>
          <p:cNvSpPr/>
          <p:nvPr/>
        </p:nvSpPr>
        <p:spPr>
          <a:xfrm>
            <a:off x="1335179" y="0"/>
            <a:ext cx="1211736" cy="12539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nl-NL" sz="1215"/>
          </a:p>
        </p:txBody>
      </p:sp>
      <p:pic>
        <p:nvPicPr>
          <p:cNvPr id="8" name="Afbeelding 7" descr="Afbeelding met tekening&#10;&#10;Automatisch gegenereerde beschrijving">
            <a:extLst>
              <a:ext uri="{FF2B5EF4-FFF2-40B4-BE49-F238E27FC236}">
                <a16:creationId xmlns:a16="http://schemas.microsoft.com/office/drawing/2014/main" id="{64013F35-4409-43EE-BB76-3552393091C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104" y="196871"/>
            <a:ext cx="707048" cy="866540"/>
          </a:xfrm>
          <a:prstGeom prst="rect">
            <a:avLst/>
          </a:prstGeom>
        </p:spPr>
      </p:pic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8E5ECA76-BEF6-46C0-AE5A-CA8816882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515" y="4351876"/>
            <a:ext cx="4696178" cy="2152034"/>
          </a:xfrm>
        </p:spPr>
        <p:txBody>
          <a:bodyPr>
            <a:noAutofit/>
          </a:bodyPr>
          <a:lstStyle>
            <a:lvl1pPr rtl="0">
              <a:lnSpc>
                <a:spcPct val="95000"/>
              </a:lnSpc>
              <a:defRPr sz="2363">
                <a:solidFill>
                  <a:schemeClr val="accent2"/>
                </a:solidFill>
                <a:latin typeface="+mn-lt"/>
              </a:defRPr>
            </a:lvl1pPr>
            <a:lvl2pPr>
              <a:defRPr sz="2363"/>
            </a:lvl2pPr>
            <a:lvl3pPr>
              <a:defRPr sz="2363"/>
            </a:lvl3pPr>
            <a:lvl4pPr>
              <a:defRPr sz="2363"/>
            </a:lvl4pPr>
            <a:lvl5pPr>
              <a:defRPr sz="2363"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21103262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F12BB4C-1063-4CED-AB13-50851ADE0F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57814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F12BB4C-1063-4CED-AB13-50851ADE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3019635F-5222-42EE-8B42-C3DED0B4FD0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0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5" y="811747"/>
            <a:ext cx="10369550" cy="2242911"/>
          </a:xfrm>
        </p:spPr>
        <p:txBody>
          <a:bodyPr vert="horz"/>
          <a:lstStyle>
            <a:lvl1pPr rtl="0">
              <a:defRPr b="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 rtl="0"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 rtl="0"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AD2355-E409-4097-9ACB-8D4CC7669A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97" y="3248854"/>
            <a:ext cx="4995226" cy="28636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704D24-9BD4-4818-8BE8-C1C13B6D5D3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5549" y="3248854"/>
            <a:ext cx="4995226" cy="28636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012212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 met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D8E57C4-A855-4C64-89C8-79272F5879F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5635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D8E57C4-A855-4C64-89C8-79272F587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15770641-A7D3-495E-8BFB-0F5C49D40D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904" y="811747"/>
            <a:ext cx="4995374" cy="1083523"/>
          </a:xfrm>
        </p:spPr>
        <p:txBody>
          <a:bodyPr vert="horz"/>
          <a:lstStyle>
            <a:lvl1pPr rtl="0">
              <a:defRPr b="1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 rtl="0"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 rtl="0"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65881213-7370-4484-AC51-C2269F145C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5050589" cy="6857999"/>
          </a:xfrm>
          <a:custGeom>
            <a:avLst/>
            <a:gdLst>
              <a:gd name="connsiteX0" fmla="*/ 0 w 7385318"/>
              <a:gd name="connsiteY0" fmla="*/ 0 h 10158412"/>
              <a:gd name="connsiteX1" fmla="*/ 5969510 w 7385318"/>
              <a:gd name="connsiteY1" fmla="*/ 0 h 10158412"/>
              <a:gd name="connsiteX2" fmla="*/ 6081178 w 7385318"/>
              <a:gd name="connsiteY2" fmla="*/ 273312 h 10158412"/>
              <a:gd name="connsiteX3" fmla="*/ 7385318 w 7385318"/>
              <a:gd name="connsiteY3" fmla="*/ 7167378 h 10158412"/>
              <a:gd name="connsiteX4" fmla="*/ 7168681 w 7385318"/>
              <a:gd name="connsiteY4" fmla="*/ 10030673 h 10158412"/>
              <a:gd name="connsiteX5" fmla="*/ 7147518 w 7385318"/>
              <a:gd name="connsiteY5" fmla="*/ 10158412 h 10158412"/>
              <a:gd name="connsiteX6" fmla="*/ 0 w 7385318"/>
              <a:gd name="connsiteY6" fmla="*/ 10158412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318" h="10158412">
                <a:moveTo>
                  <a:pt x="0" y="0"/>
                </a:moveTo>
                <a:lnTo>
                  <a:pt x="5969510" y="0"/>
                </a:lnTo>
                <a:lnTo>
                  <a:pt x="6081178" y="273312"/>
                </a:lnTo>
                <a:cubicBezTo>
                  <a:pt x="6922917" y="2407959"/>
                  <a:pt x="7385318" y="4733669"/>
                  <a:pt x="7385318" y="7167378"/>
                </a:cubicBezTo>
                <a:cubicBezTo>
                  <a:pt x="7385318" y="8140862"/>
                  <a:pt x="7311334" y="9097065"/>
                  <a:pt x="7168681" y="10030673"/>
                </a:cubicBezTo>
                <a:lnTo>
                  <a:pt x="7147518" y="10158412"/>
                </a:lnTo>
                <a:lnTo>
                  <a:pt x="0" y="10158412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64997-162D-4341-8D5F-57F8B3B5BB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91904" y="2056062"/>
            <a:ext cx="4995226" cy="4056404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936477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0DB192B-D5E5-44F5-B44E-22ACE5120C9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189497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0DB192B-D5E5-44F5-B44E-22ACE5120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Do not remove" hidden="1">
            <a:extLst>
              <a:ext uri="{FF2B5EF4-FFF2-40B4-BE49-F238E27FC236}">
                <a16:creationId xmlns:a16="http://schemas.microsoft.com/office/drawing/2014/main" id="{77A20612-8A0E-3766-8A5F-390F2B37E37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2F1C9A3A-2647-41D3-86B0-98D96592B8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6571" y="1412875"/>
            <a:ext cx="10354204" cy="4699591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</a:lstStyle>
          <a:p>
            <a:pPr lvl="0"/>
            <a:r>
              <a:rPr lang="nl-NL"/>
              <a:t>Click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edit</a:t>
            </a:r>
            <a:r>
              <a:rPr lang="nl-NL"/>
              <a:t> Master </a:t>
            </a:r>
            <a:r>
              <a:rPr lang="nl-NL" err="1"/>
              <a:t>text</a:t>
            </a:r>
            <a:r>
              <a:rPr lang="nl-NL"/>
              <a:t> </a:t>
            </a:r>
            <a:r>
              <a:rPr lang="nl-NL" err="1"/>
              <a:t>styles</a:t>
            </a:r>
            <a:endParaRPr lang="nl-NL"/>
          </a:p>
          <a:p>
            <a:pPr lvl="1"/>
            <a:r>
              <a:rPr lang="nl-NL"/>
              <a:t>Second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A3A2B01-113B-4C33-AA49-A5A6EDE24E80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C367E29F-2C80-4F26-BB2F-68BA9185DEC4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8CBE303B-03C1-4CEC-B095-F75B3D9E9A5C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7B34A88-C2B1-C091-3136-7168CB3705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339383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795333E-4196-4B8D-B408-4C63349C2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64057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795333E-4196-4B8D-B408-4C63349C2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Do not remove" hidden="1">
            <a:extLst>
              <a:ext uri="{FF2B5EF4-FFF2-40B4-BE49-F238E27FC236}">
                <a16:creationId xmlns:a16="http://schemas.microsoft.com/office/drawing/2014/main" id="{71E775A6-D75F-EAA3-01A0-F001F89E6C1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Rechthoek 1" hidden="1">
            <a:extLst>
              <a:ext uri="{FF2B5EF4-FFF2-40B4-BE49-F238E27FC236}">
                <a16:creationId xmlns:a16="http://schemas.microsoft.com/office/drawing/2014/main" id="{5135DB40-77B6-4DB8-B6B9-9E2748DC697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4B2CD67B-69D5-4621-B360-E3FA78DCACB2}" type="datetime1">
              <a:rPr lang="nl-NL" smtClean="0"/>
              <a:pPr/>
              <a:t>19-7-2026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5F1BD43B-C994-4D36-A2AF-84B37ADB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04342AD8-CBD2-5E8A-171E-0EC34CEF8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427059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12BA317-CB49-4111-BC65-61225EAE32D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63215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12BA317-CB49-4111-BC65-61225EAE3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708D3B-96BA-49AC-A318-6A1EC49A260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6A73B778-B5CF-4BB1-B112-A9657907AD62}" type="datetime1">
              <a:rPr lang="nl-NL" smtClean="0"/>
              <a:pPr/>
              <a:t>19-7-2026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549BA-C827-4E6D-A333-EA477850B0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4240" y="3200400"/>
            <a:ext cx="8229600" cy="521677"/>
          </a:xfrm>
        </p:spPr>
        <p:txBody>
          <a:bodyPr>
            <a:noAutofit/>
          </a:bodyPr>
          <a:lstStyle>
            <a:lvl1pPr marL="514350" indent="-514350" rtl="0">
              <a:buFont typeface="+mj-lt"/>
              <a:buAutoNum type="alphaUcPeriod"/>
              <a:defRPr sz="2000" b="1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1pPr>
            <a:lvl2pPr marL="515938" indent="-514350" rtl="0">
              <a:buFont typeface="+mj-lt"/>
              <a:buAutoNum type="arabicPeriod"/>
              <a:defRPr sz="2000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2pPr>
          </a:lstStyle>
          <a:p>
            <a:pPr lvl="0"/>
            <a:r>
              <a:rPr lang="nl-NL" err="1"/>
              <a:t>Section</a:t>
            </a:r>
            <a:r>
              <a:rPr lang="nl-NL"/>
              <a:t> topic</a:t>
            </a:r>
          </a:p>
          <a:p>
            <a:pPr lvl="1"/>
            <a:r>
              <a:rPr lang="nl-NL" err="1"/>
              <a:t>Subsection</a:t>
            </a:r>
            <a:r>
              <a:rPr lang="nl-NL"/>
              <a:t> topic</a:t>
            </a:r>
          </a:p>
        </p:txBody>
      </p:sp>
    </p:spTree>
    <p:extLst>
      <p:ext uri="{BB962C8B-B14F-4D97-AF65-F5344CB8AC3E}">
        <p14:creationId xmlns:p14="http://schemas.microsoft.com/office/powerpoint/2010/main" val="1153291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CB8B63-E6EC-41CD-8777-1A7BFC46027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843069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CB8B63-E6EC-41CD-8777-1A7BFC46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8AFDFB8E-B338-4115-8EB5-9AE0320B279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4C8372-F7FD-40C5-BD69-B372280C139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9506E76F-C067-4DA5-8FE1-FAB4A628BDB1}" type="datetime1">
              <a:rPr lang="nl-NL" smtClean="0"/>
              <a:pPr/>
              <a:t>19-7-2026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grpSp>
        <p:nvGrpSpPr>
          <p:cNvPr id="12" name="Agenda Level 3" hidden="1">
            <a:extLst>
              <a:ext uri="{FF2B5EF4-FFF2-40B4-BE49-F238E27FC236}">
                <a16:creationId xmlns:a16="http://schemas.microsoft.com/office/drawing/2014/main" id="{5B0359CF-B858-41B9-B1EB-233C89B1B186}"/>
              </a:ext>
            </a:extLst>
          </p:cNvPr>
          <p:cNvGrpSpPr/>
          <p:nvPr/>
        </p:nvGrpSpPr>
        <p:grpSpPr>
          <a:xfrm>
            <a:off x="1956384" y="3840480"/>
            <a:ext cx="7329856" cy="369332"/>
            <a:chOff x="1356945" y="1998175"/>
            <a:chExt cx="7329856" cy="369332"/>
          </a:xfrm>
        </p:grpSpPr>
        <p:sp>
          <p:nvSpPr>
            <p:cNvPr id="13" name="DH Agenda 2 Topic" hidden="1">
              <a:extLst>
                <a:ext uri="{FF2B5EF4-FFF2-40B4-BE49-F238E27FC236}">
                  <a16:creationId xmlns:a16="http://schemas.microsoft.com/office/drawing/2014/main" id="{C384A691-12EE-494D-A05C-73C92A1AF8CD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933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marL="346075" indent="-346075"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4" name="DH Agenda 2 Page" hidden="1">
              <a:extLst>
                <a:ext uri="{FF2B5EF4-FFF2-40B4-BE49-F238E27FC236}">
                  <a16:creationId xmlns:a16="http://schemas.microsoft.com/office/drawing/2014/main" id="{5AE81248-9AF0-449E-8C05-160AA7EA040D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</p:grpSp>
      <p:grpSp>
        <p:nvGrpSpPr>
          <p:cNvPr id="15" name="Agenda Level 2 Active" hidden="1">
            <a:extLst>
              <a:ext uri="{FF2B5EF4-FFF2-40B4-BE49-F238E27FC236}">
                <a16:creationId xmlns:a16="http://schemas.microsoft.com/office/drawing/2014/main" id="{9DF22DB4-5BC8-43B8-950B-42E48DA018C4}"/>
              </a:ext>
            </a:extLst>
          </p:cNvPr>
          <p:cNvGrpSpPr/>
          <p:nvPr/>
        </p:nvGrpSpPr>
        <p:grpSpPr>
          <a:xfrm>
            <a:off x="1505047" y="3388587"/>
            <a:ext cx="7781194" cy="369332"/>
            <a:chOff x="905607" y="2443707"/>
            <a:chExt cx="7781194" cy="369332"/>
          </a:xfrm>
        </p:grpSpPr>
        <p:sp>
          <p:nvSpPr>
            <p:cNvPr id="16" name="DH Agenda 2 Topic Active" hidden="1">
              <a:extLst>
                <a:ext uri="{FF2B5EF4-FFF2-40B4-BE49-F238E27FC236}">
                  <a16:creationId xmlns:a16="http://schemas.microsoft.com/office/drawing/2014/main" id="{6BD85BDE-0BC8-4BE4-A945-99D8149707C2}"/>
                </a:ext>
              </a:extLst>
            </p:cNvPr>
            <p:cNvSpPr txBox="1"/>
            <p:nvPr userDrawn="1"/>
          </p:nvSpPr>
          <p:spPr>
            <a:xfrm>
              <a:off x="1356945" y="2443707"/>
              <a:ext cx="6796456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 rtl="0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7" name="DH Agenda 2 Page Active" hidden="1">
              <a:extLst>
                <a:ext uri="{FF2B5EF4-FFF2-40B4-BE49-F238E27FC236}">
                  <a16:creationId xmlns:a16="http://schemas.microsoft.com/office/drawing/2014/main" id="{AF2ADD53-DC76-43FF-8E6F-4CC41A9636A0}"/>
                </a:ext>
              </a:extLst>
            </p:cNvPr>
            <p:cNvSpPr txBox="1"/>
            <p:nvPr userDrawn="1"/>
          </p:nvSpPr>
          <p:spPr>
            <a:xfrm>
              <a:off x="8153401" y="2443707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18" name="DH Agenda 2 Section Active" hidden="1">
              <a:extLst>
                <a:ext uri="{FF2B5EF4-FFF2-40B4-BE49-F238E27FC236}">
                  <a16:creationId xmlns:a16="http://schemas.microsoft.com/office/drawing/2014/main" id="{E09D3EF8-ED30-48B1-B16C-F972B40DD64F}"/>
                </a:ext>
              </a:extLst>
            </p:cNvPr>
            <p:cNvSpPr txBox="1"/>
            <p:nvPr userDrawn="1"/>
          </p:nvSpPr>
          <p:spPr>
            <a:xfrm>
              <a:off x="905607" y="2443707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19" name="Agenda Level 2" hidden="1">
            <a:extLst>
              <a:ext uri="{FF2B5EF4-FFF2-40B4-BE49-F238E27FC236}">
                <a16:creationId xmlns:a16="http://schemas.microsoft.com/office/drawing/2014/main" id="{51A6938B-688B-4AE3-A47B-8B7A3073EC17}"/>
              </a:ext>
            </a:extLst>
          </p:cNvPr>
          <p:cNvGrpSpPr/>
          <p:nvPr/>
        </p:nvGrpSpPr>
        <p:grpSpPr>
          <a:xfrm>
            <a:off x="1505047" y="2943055"/>
            <a:ext cx="7781194" cy="369332"/>
            <a:chOff x="905607" y="1998175"/>
            <a:chExt cx="7781194" cy="369332"/>
          </a:xfrm>
        </p:grpSpPr>
        <p:sp>
          <p:nvSpPr>
            <p:cNvPr id="20" name="DH Agenda 2 Topic" hidden="1">
              <a:extLst>
                <a:ext uri="{FF2B5EF4-FFF2-40B4-BE49-F238E27FC236}">
                  <a16:creationId xmlns:a16="http://schemas.microsoft.com/office/drawing/2014/main" id="{7BF313F4-2175-4B9E-8E71-76C8F97529F1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2971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1" name="DH Agenda 2 Page" hidden="1">
              <a:extLst>
                <a:ext uri="{FF2B5EF4-FFF2-40B4-BE49-F238E27FC236}">
                  <a16:creationId xmlns:a16="http://schemas.microsoft.com/office/drawing/2014/main" id="{2D593BDF-C4FF-4AFC-B638-49A0C20ED5F2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2" name="DH Agenda 2 Section" hidden="1">
              <a:extLst>
                <a:ext uri="{FF2B5EF4-FFF2-40B4-BE49-F238E27FC236}">
                  <a16:creationId xmlns:a16="http://schemas.microsoft.com/office/drawing/2014/main" id="{87578FF0-6C9E-4F40-B967-E19EB6B67C3C}"/>
                </a:ext>
              </a:extLst>
            </p:cNvPr>
            <p:cNvSpPr txBox="1"/>
            <p:nvPr userDrawn="1"/>
          </p:nvSpPr>
          <p:spPr>
            <a:xfrm>
              <a:off x="905607" y="1998175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3" name="Agenda Level 1 Active" hidden="1">
            <a:extLst>
              <a:ext uri="{FF2B5EF4-FFF2-40B4-BE49-F238E27FC236}">
                <a16:creationId xmlns:a16="http://schemas.microsoft.com/office/drawing/2014/main" id="{263C6B46-599B-482E-B33F-3BA5BFB66AC5}"/>
              </a:ext>
            </a:extLst>
          </p:cNvPr>
          <p:cNvGrpSpPr/>
          <p:nvPr/>
        </p:nvGrpSpPr>
        <p:grpSpPr>
          <a:xfrm>
            <a:off x="1053709" y="2495062"/>
            <a:ext cx="8235462" cy="369332"/>
            <a:chOff x="454269" y="1550182"/>
            <a:chExt cx="8235462" cy="369332"/>
          </a:xfrm>
        </p:grpSpPr>
        <p:sp>
          <p:nvSpPr>
            <p:cNvPr id="24" name="DH Agenda 1 Topic Active" hidden="1">
              <a:extLst>
                <a:ext uri="{FF2B5EF4-FFF2-40B4-BE49-F238E27FC236}">
                  <a16:creationId xmlns:a16="http://schemas.microsoft.com/office/drawing/2014/main" id="{ADFB442B-0202-4781-A0E4-FD7351DBDDA8}"/>
                </a:ext>
              </a:extLst>
            </p:cNvPr>
            <p:cNvSpPr txBox="1"/>
            <p:nvPr userDrawn="1"/>
          </p:nvSpPr>
          <p:spPr>
            <a:xfrm>
              <a:off x="905607" y="1550182"/>
              <a:ext cx="7253655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rtl="0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5" name="DH Agenda 1 Page Active" hidden="1">
              <a:extLst>
                <a:ext uri="{FF2B5EF4-FFF2-40B4-BE49-F238E27FC236}">
                  <a16:creationId xmlns:a16="http://schemas.microsoft.com/office/drawing/2014/main" id="{FBD434D3-F2D0-4A22-8195-6261B0C09FB4}"/>
                </a:ext>
              </a:extLst>
            </p:cNvPr>
            <p:cNvSpPr txBox="1"/>
            <p:nvPr userDrawn="1"/>
          </p:nvSpPr>
          <p:spPr>
            <a:xfrm>
              <a:off x="8156331" y="1550182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rIns="91440" bIns="0" rtlCol="0" anchor="ctr" anchorCtr="0">
              <a:noAutofit/>
            </a:bodyPr>
            <a:lstStyle/>
            <a:p>
              <a:pPr algn="r" rtl="0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6" name="DH Agenda 1 Section Active" hidden="1">
              <a:extLst>
                <a:ext uri="{FF2B5EF4-FFF2-40B4-BE49-F238E27FC236}">
                  <a16:creationId xmlns:a16="http://schemas.microsoft.com/office/drawing/2014/main" id="{5D2E2E40-1CF7-40CB-8284-4F5BB3B4E5A2}"/>
                </a:ext>
              </a:extLst>
            </p:cNvPr>
            <p:cNvSpPr txBox="1"/>
            <p:nvPr userDrawn="1"/>
          </p:nvSpPr>
          <p:spPr>
            <a:xfrm>
              <a:off x="454269" y="1550182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7" name="Agenda Level 1" hidden="1">
            <a:extLst>
              <a:ext uri="{FF2B5EF4-FFF2-40B4-BE49-F238E27FC236}">
                <a16:creationId xmlns:a16="http://schemas.microsoft.com/office/drawing/2014/main" id="{471378AF-BD3F-4918-8D6B-EF337A638810}"/>
              </a:ext>
            </a:extLst>
          </p:cNvPr>
          <p:cNvGrpSpPr/>
          <p:nvPr/>
        </p:nvGrpSpPr>
        <p:grpSpPr>
          <a:xfrm>
            <a:off x="1050779" y="2052710"/>
            <a:ext cx="8241323" cy="369332"/>
            <a:chOff x="451339" y="1107830"/>
            <a:chExt cx="8241323" cy="369332"/>
          </a:xfrm>
        </p:grpSpPr>
        <p:sp>
          <p:nvSpPr>
            <p:cNvPr id="28" name="DH Agenda 1 Topic" hidden="1">
              <a:extLst>
                <a:ext uri="{FF2B5EF4-FFF2-40B4-BE49-F238E27FC236}">
                  <a16:creationId xmlns:a16="http://schemas.microsoft.com/office/drawing/2014/main" id="{3FBE09AA-2FEB-4E1E-ACF2-3A08F5F3493F}"/>
                </a:ext>
              </a:extLst>
            </p:cNvPr>
            <p:cNvSpPr txBox="1"/>
            <p:nvPr userDrawn="1"/>
          </p:nvSpPr>
          <p:spPr>
            <a:xfrm>
              <a:off x="908538" y="1107830"/>
              <a:ext cx="7250724" cy="369332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9" name="DH Agenda 1 Page" hidden="1">
              <a:extLst>
                <a:ext uri="{FF2B5EF4-FFF2-40B4-BE49-F238E27FC236}">
                  <a16:creationId xmlns:a16="http://schemas.microsoft.com/office/drawing/2014/main" id="{3904C38F-113E-4D0A-8676-BD955F2C686E}"/>
                </a:ext>
              </a:extLst>
            </p:cNvPr>
            <p:cNvSpPr txBox="1"/>
            <p:nvPr userDrawn="1"/>
          </p:nvSpPr>
          <p:spPr>
            <a:xfrm>
              <a:off x="8229600" y="1107830"/>
              <a:ext cx="463062" cy="369332"/>
            </a:xfrm>
            <a:prstGeom prst="rect">
              <a:avLst/>
            </a:prstGeom>
            <a:noFill/>
          </p:spPr>
          <p:txBody>
            <a:bodyPr wrap="none" lIns="0" tIns="0" rIns="91440" bIns="0" rtlCol="0" anchor="ctr" anchorCtr="0">
              <a:noAutofit/>
            </a:bodyPr>
            <a:lstStyle/>
            <a:p>
              <a:pPr algn="r"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30" name="DH Agenda 1 Section" hidden="1">
              <a:extLst>
                <a:ext uri="{FF2B5EF4-FFF2-40B4-BE49-F238E27FC236}">
                  <a16:creationId xmlns:a16="http://schemas.microsoft.com/office/drawing/2014/main" id="{AA9BCB67-4EE1-49A4-BAE5-5703450A5C8F}"/>
                </a:ext>
              </a:extLst>
            </p:cNvPr>
            <p:cNvSpPr txBox="1"/>
            <p:nvPr userDrawn="1"/>
          </p:nvSpPr>
          <p:spPr>
            <a:xfrm>
              <a:off x="451339" y="1107830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9EE57F6-1A53-4F02-A6AF-5F6BA1AD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7553CE65-A1D9-9CE6-645A-30C16DD297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602280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inkce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0BAF37B-CBAA-4A56-9823-B0690C8359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607359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0BAF37B-CBAA-4A56-9823-B0690C835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FE145BFF-80C0-4A00-8175-4DE129AD7CB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6B56B136-50A1-4058-9DB0-B22C93D2585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F24F7394-15A3-4B0C-A066-F6A81E3B4175}" type="datetime1">
              <a:rPr lang="nl-NL" smtClean="0"/>
              <a:pPr/>
              <a:t>19-7-2026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D54197B-B02F-40CE-A70C-7A66FFD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2128098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42A292A-4CFA-458B-AD58-23710006507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189427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42A292A-4CFA-458B-AD58-237100065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 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Institute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41277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E8CDB6-96D7-4275-9F43-F0B8209528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F4F26B-20D0-4AFA-B0BC-D633D20BA4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F09BBC6-0CDE-45A1-830C-FC0B5B38958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319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ind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7CA2F83-010F-4F1A-AD3D-645400D8D94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15409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7CA2F83-010F-4F1A-AD3D-645400D8D9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2962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CE7CF1F-2AEB-4B5B-89A4-9456B31A8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76856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CE7CF1F-2AEB-4B5B-89A4-9456B31A8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741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d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049C44C-F000-4BD1-B382-F518671C22C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603944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049C44C-F000-4BD1-B382-F518671C22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712F95B7-2130-4571-9696-891B52F7B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6600" y="1376327"/>
            <a:ext cx="3004497" cy="368223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DE852AB-BD76-499B-839A-BF2FDF6FAB17}"/>
              </a:ext>
            </a:extLst>
          </p:cNvPr>
          <p:cNvSpPr txBox="1"/>
          <p:nvPr/>
        </p:nvSpPr>
        <p:spPr>
          <a:xfrm>
            <a:off x="3592996" y="5395935"/>
            <a:ext cx="5026010" cy="426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nl-NL" sz="2160" b="1" err="1">
                <a:solidFill>
                  <a:srgbClr val="5A5A5C"/>
                </a:solidFill>
                <a:latin typeface="+mj-lt"/>
              </a:rPr>
              <a:t>Achieving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</a:t>
            </a:r>
            <a:r>
              <a:rPr lang="nl-NL" sz="2160" b="1" err="1">
                <a:solidFill>
                  <a:srgbClr val="5A5A5C"/>
                </a:solidFill>
                <a:latin typeface="+mj-lt"/>
              </a:rPr>
              <a:t>better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35443001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9">
          <p15:clr>
            <a:srgbClr val="FBAE40"/>
          </p15:clr>
        </p15:guide>
        <p15:guide id="2" pos="567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4420D5D-3FF7-4F00-8500-23B81C4B2F1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669701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4420D5D-3FF7-4F00-8500-23B81C4B2F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76F96AD3-0A94-4775-9FAF-A2C5657B667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3738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669212-A33D-4C67-A7FA-4DB314F2A5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16" y="1739676"/>
            <a:ext cx="4695717" cy="2387600"/>
          </a:xfrm>
        </p:spPr>
        <p:txBody>
          <a:bodyPr anchor="b">
            <a:normAutofit/>
          </a:bodyPr>
          <a:lstStyle>
            <a:lvl1pPr algn="l">
              <a:lnSpc>
                <a:spcPct val="95000"/>
              </a:lnSpc>
              <a:defRPr sz="3738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0"/>
          </p:nvPr>
        </p:nvSpPr>
        <p:spPr>
          <a:xfrm>
            <a:off x="6921493" y="1"/>
            <a:ext cx="5270507" cy="6857999"/>
          </a:xfrm>
          <a:custGeom>
            <a:avLst/>
            <a:gdLst>
              <a:gd name="connsiteX0" fmla="*/ 222245 w 6995946"/>
              <a:gd name="connsiteY0" fmla="*/ 0 h 10158412"/>
              <a:gd name="connsiteX1" fmla="*/ 6995946 w 6995946"/>
              <a:gd name="connsiteY1" fmla="*/ 0 h 10158412"/>
              <a:gd name="connsiteX2" fmla="*/ 6995946 w 6995946"/>
              <a:gd name="connsiteY2" fmla="*/ 10158412 h 10158412"/>
              <a:gd name="connsiteX3" fmla="*/ 1379646 w 6995946"/>
              <a:gd name="connsiteY3" fmla="*/ 10158412 h 10158412"/>
              <a:gd name="connsiteX4" fmla="*/ 1349932 w 6995946"/>
              <a:gd name="connsiteY4" fmla="*/ 10085685 h 10158412"/>
              <a:gd name="connsiteX5" fmla="*/ 0 w 6995946"/>
              <a:gd name="connsiteY5" fmla="*/ 2949553 h 10158412"/>
              <a:gd name="connsiteX6" fmla="*/ 156361 w 6995946"/>
              <a:gd name="connsiteY6" fmla="*/ 470839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946" h="10158412">
                <a:moveTo>
                  <a:pt x="222245" y="0"/>
                </a:moveTo>
                <a:lnTo>
                  <a:pt x="6995946" y="0"/>
                </a:lnTo>
                <a:lnTo>
                  <a:pt x="6995946" y="10158412"/>
                </a:lnTo>
                <a:lnTo>
                  <a:pt x="1379646" y="10158412"/>
                </a:lnTo>
                <a:lnTo>
                  <a:pt x="1349932" y="10085685"/>
                </a:lnTo>
                <a:cubicBezTo>
                  <a:pt x="478637" y="7876086"/>
                  <a:pt x="0" y="5468715"/>
                  <a:pt x="0" y="2949553"/>
                </a:cubicBezTo>
                <a:cubicBezTo>
                  <a:pt x="0" y="2109833"/>
                  <a:pt x="53182" y="1282533"/>
                  <a:pt x="156361" y="470839"/>
                </a:cubicBez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34040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128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897" b="0" u="sng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897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knop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Foto bijsnijden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A57C3E4-7B36-4108-AAB5-5B73F8B1ADB8}"/>
              </a:ext>
            </a:extLst>
          </p:cNvPr>
          <p:cNvSpPr/>
          <p:nvPr/>
        </p:nvSpPr>
        <p:spPr>
          <a:xfrm>
            <a:off x="1335179" y="0"/>
            <a:ext cx="1211736" cy="12539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sz="1215"/>
          </a:p>
        </p:txBody>
      </p:sp>
      <p:pic>
        <p:nvPicPr>
          <p:cNvPr id="8" name="Afbeelding 7" descr="Afbeelding met tekening&#10;&#10;Automatisch gegenereerde beschrijving">
            <a:extLst>
              <a:ext uri="{FF2B5EF4-FFF2-40B4-BE49-F238E27FC236}">
                <a16:creationId xmlns:a16="http://schemas.microsoft.com/office/drawing/2014/main" id="{64013F35-4409-43EE-BB76-3552393091C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104" y="196871"/>
            <a:ext cx="707048" cy="866540"/>
          </a:xfrm>
          <a:prstGeom prst="rect">
            <a:avLst/>
          </a:prstGeom>
        </p:spPr>
      </p:pic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8E5ECA76-BEF6-46C0-AE5A-CA8816882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515" y="4351876"/>
            <a:ext cx="4696178" cy="2152034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defRPr sz="2363">
                <a:solidFill>
                  <a:schemeClr val="accent2"/>
                </a:solidFill>
                <a:latin typeface="+mn-lt"/>
              </a:defRPr>
            </a:lvl1pPr>
            <a:lvl2pPr>
              <a:defRPr sz="2363"/>
            </a:lvl2pPr>
            <a:lvl3pPr>
              <a:defRPr sz="2363"/>
            </a:lvl3pPr>
            <a:lvl4pPr>
              <a:defRPr sz="2363"/>
            </a:lvl4pPr>
            <a:lvl5pPr>
              <a:defRPr sz="2363"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15905690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F12BB4C-1063-4CED-AB13-50851ADE0F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83729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F12BB4C-1063-4CED-AB13-50851ADE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3019635F-5222-42EE-8B42-C3DED0B4FD0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0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5" y="811747"/>
            <a:ext cx="10369550" cy="2242911"/>
          </a:xfrm>
        </p:spPr>
        <p:txBody>
          <a:bodyPr/>
          <a:lstStyle>
            <a:lvl1pPr>
              <a:defRPr b="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AD2355-E409-4097-9ACB-8D4CC7669A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97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704D24-9BD4-4818-8BE8-C1C13B6D5D3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5549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971582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 met fot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D8E57C4-A855-4C64-89C8-79272F5879F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4806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D8E57C4-A855-4C64-89C8-79272F587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15770641-A7D3-495E-8BFB-0F5C49D40D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904" y="811747"/>
            <a:ext cx="4995374" cy="1083523"/>
          </a:xfrm>
        </p:spPr>
        <p:txBody>
          <a:bodyPr/>
          <a:lstStyle>
            <a:lvl1pPr>
              <a:defRPr b="1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65881213-7370-4484-AC51-C2269F145C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5050589" cy="6857999"/>
          </a:xfrm>
          <a:custGeom>
            <a:avLst/>
            <a:gdLst>
              <a:gd name="connsiteX0" fmla="*/ 0 w 7385318"/>
              <a:gd name="connsiteY0" fmla="*/ 0 h 10158412"/>
              <a:gd name="connsiteX1" fmla="*/ 5969510 w 7385318"/>
              <a:gd name="connsiteY1" fmla="*/ 0 h 10158412"/>
              <a:gd name="connsiteX2" fmla="*/ 6081178 w 7385318"/>
              <a:gd name="connsiteY2" fmla="*/ 273312 h 10158412"/>
              <a:gd name="connsiteX3" fmla="*/ 7385318 w 7385318"/>
              <a:gd name="connsiteY3" fmla="*/ 7167378 h 10158412"/>
              <a:gd name="connsiteX4" fmla="*/ 7168681 w 7385318"/>
              <a:gd name="connsiteY4" fmla="*/ 10030673 h 10158412"/>
              <a:gd name="connsiteX5" fmla="*/ 7147518 w 7385318"/>
              <a:gd name="connsiteY5" fmla="*/ 10158412 h 10158412"/>
              <a:gd name="connsiteX6" fmla="*/ 0 w 7385318"/>
              <a:gd name="connsiteY6" fmla="*/ 10158412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318" h="10158412">
                <a:moveTo>
                  <a:pt x="0" y="0"/>
                </a:moveTo>
                <a:lnTo>
                  <a:pt x="5969510" y="0"/>
                </a:lnTo>
                <a:lnTo>
                  <a:pt x="6081178" y="273312"/>
                </a:lnTo>
                <a:cubicBezTo>
                  <a:pt x="6922917" y="2407959"/>
                  <a:pt x="7385318" y="4733669"/>
                  <a:pt x="7385318" y="7167378"/>
                </a:cubicBezTo>
                <a:cubicBezTo>
                  <a:pt x="7385318" y="8140862"/>
                  <a:pt x="7311334" y="9097065"/>
                  <a:pt x="7168681" y="10030673"/>
                </a:cubicBezTo>
                <a:lnTo>
                  <a:pt x="7147518" y="10158412"/>
                </a:lnTo>
                <a:lnTo>
                  <a:pt x="0" y="10158412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64997-162D-4341-8D5F-57F8B3B5BB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91904" y="2056062"/>
            <a:ext cx="4995226" cy="405640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42646066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 not remove" hidden="1">
            <a:extLst>
              <a:ext uri="{FF2B5EF4-FFF2-40B4-BE49-F238E27FC236}">
                <a16:creationId xmlns:a16="http://schemas.microsoft.com/office/drawing/2014/main" id="{41C97D94-E359-4CDB-8AA4-6C854B6A481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0DB192B-D5E5-44F5-B44E-22ACE5120C9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742935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0DB192B-D5E5-44F5-B44E-22ACE5120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2F1C9A3A-2647-41D3-86B0-98D96592B8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6571" y="1412875"/>
            <a:ext cx="10354204" cy="4699591"/>
          </a:xfrm>
        </p:spPr>
        <p:txBody>
          <a:bodyPr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A3A2B01-113B-4C33-AA49-A5A6EDE24E80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C367E29F-2C80-4F26-BB2F-68BA9185DEC4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8CBE303B-03C1-4CEC-B095-F75B3D9E9A5C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568264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>
            <a:extLst>
              <a:ext uri="{FF2B5EF4-FFF2-40B4-BE49-F238E27FC236}">
                <a16:creationId xmlns:a16="http://schemas.microsoft.com/office/drawing/2014/main" id="{29FCFEEE-71C8-4EBE-A412-2F4D05B663A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795333E-4196-4B8D-B408-4C63349C269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949095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795333E-4196-4B8D-B408-4C63349C2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hoek 1" hidden="1">
            <a:extLst>
              <a:ext uri="{FF2B5EF4-FFF2-40B4-BE49-F238E27FC236}">
                <a16:creationId xmlns:a16="http://schemas.microsoft.com/office/drawing/2014/main" id="{5135DB40-77B6-4DB8-B6B9-9E2748DC697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CD67B-69D5-4621-B360-E3FA78DCACB2}" type="datetime1">
              <a:rPr lang="nl-NL" smtClean="0"/>
              <a:t>19-7-2026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5F1BD43B-C994-4D36-A2AF-84B37ADB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BF03316A-24BE-FA8A-CAC4-DB55E10B15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3895921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12BA317-CB49-4111-BC65-61225EAE32D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301929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12BA317-CB49-4111-BC65-61225EAE3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708D3B-96BA-49AC-A318-6A1EC49A260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B778-B5CF-4BB1-B112-A9657907AD62}" type="datetime1">
              <a:rPr lang="nl-NL" smtClean="0"/>
              <a:t>19-7-2026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549BA-C827-4E6D-A333-EA477850B0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4240" y="3200400"/>
            <a:ext cx="8229600" cy="521677"/>
          </a:xfrm>
        </p:spPr>
        <p:txBody>
          <a:bodyPr>
            <a:noAutofit/>
          </a:bodyPr>
          <a:lstStyle>
            <a:lvl1pPr marL="514350" indent="-514350">
              <a:buFont typeface="+mj-lt"/>
              <a:buAutoNum type="alphaUcPeriod"/>
              <a:defRPr sz="2000" b="1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1pPr>
            <a:lvl2pPr marL="515938" indent="-514350">
              <a:buFont typeface="+mj-lt"/>
              <a:buAutoNum type="arabicPeriod"/>
              <a:defRPr sz="2000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2pPr>
          </a:lstStyle>
          <a:p>
            <a:pPr lvl="0"/>
            <a:r>
              <a:rPr lang="nl-NL"/>
              <a:t>Section topic</a:t>
            </a:r>
          </a:p>
          <a:p>
            <a:pPr lvl="1"/>
            <a:r>
              <a:rPr lang="nl-NL"/>
              <a:t>Subsection topic</a:t>
            </a:r>
          </a:p>
        </p:txBody>
      </p:sp>
    </p:spTree>
    <p:extLst>
      <p:ext uri="{BB962C8B-B14F-4D97-AF65-F5344CB8AC3E}">
        <p14:creationId xmlns:p14="http://schemas.microsoft.com/office/powerpoint/2010/main" val="3992325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CB8B63-E6EC-41CD-8777-1A7BFC46027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123461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CB8B63-E6EC-41CD-8777-1A7BFC46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8AFDFB8E-B338-4115-8EB5-9AE0320B279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4C8372-F7FD-40C5-BD69-B372280C139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6E76F-C067-4DA5-8FE1-FAB4A628BDB1}" type="datetime1">
              <a:rPr lang="nl-NL" smtClean="0"/>
              <a:t>19-7-2026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grpSp>
        <p:nvGrpSpPr>
          <p:cNvPr id="12" name="Agenda Level 3" hidden="1">
            <a:extLst>
              <a:ext uri="{FF2B5EF4-FFF2-40B4-BE49-F238E27FC236}">
                <a16:creationId xmlns:a16="http://schemas.microsoft.com/office/drawing/2014/main" id="{5B0359CF-B858-41B9-B1EB-233C89B1B186}"/>
              </a:ext>
            </a:extLst>
          </p:cNvPr>
          <p:cNvGrpSpPr/>
          <p:nvPr/>
        </p:nvGrpSpPr>
        <p:grpSpPr>
          <a:xfrm>
            <a:off x="1956384" y="3840480"/>
            <a:ext cx="7329856" cy="369332"/>
            <a:chOff x="1356945" y="1998175"/>
            <a:chExt cx="7329856" cy="369332"/>
          </a:xfrm>
        </p:grpSpPr>
        <p:sp>
          <p:nvSpPr>
            <p:cNvPr id="13" name="DH Agenda 2 Topic" hidden="1">
              <a:extLst>
                <a:ext uri="{FF2B5EF4-FFF2-40B4-BE49-F238E27FC236}">
                  <a16:creationId xmlns:a16="http://schemas.microsoft.com/office/drawing/2014/main" id="{C384A691-12EE-494D-A05C-73C92A1AF8CD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933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4" name="DH Agenda 2 Page" hidden="1">
              <a:extLst>
                <a:ext uri="{FF2B5EF4-FFF2-40B4-BE49-F238E27FC236}">
                  <a16:creationId xmlns:a16="http://schemas.microsoft.com/office/drawing/2014/main" id="{5AE81248-9AF0-449E-8C05-160AA7EA040D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</p:grpSp>
      <p:grpSp>
        <p:nvGrpSpPr>
          <p:cNvPr id="15" name="Agenda Level 2 Active" hidden="1">
            <a:extLst>
              <a:ext uri="{FF2B5EF4-FFF2-40B4-BE49-F238E27FC236}">
                <a16:creationId xmlns:a16="http://schemas.microsoft.com/office/drawing/2014/main" id="{9DF22DB4-5BC8-43B8-950B-42E48DA018C4}"/>
              </a:ext>
            </a:extLst>
          </p:cNvPr>
          <p:cNvGrpSpPr/>
          <p:nvPr/>
        </p:nvGrpSpPr>
        <p:grpSpPr>
          <a:xfrm>
            <a:off x="1505047" y="3388587"/>
            <a:ext cx="7781194" cy="369332"/>
            <a:chOff x="905607" y="2443707"/>
            <a:chExt cx="7781194" cy="369332"/>
          </a:xfrm>
        </p:grpSpPr>
        <p:sp>
          <p:nvSpPr>
            <p:cNvPr id="16" name="DH Agenda 2 Topic Active" hidden="1">
              <a:extLst>
                <a:ext uri="{FF2B5EF4-FFF2-40B4-BE49-F238E27FC236}">
                  <a16:creationId xmlns:a16="http://schemas.microsoft.com/office/drawing/2014/main" id="{6BD85BDE-0BC8-4BE4-A945-99D8149707C2}"/>
                </a:ext>
              </a:extLst>
            </p:cNvPr>
            <p:cNvSpPr txBox="1"/>
            <p:nvPr userDrawn="1"/>
          </p:nvSpPr>
          <p:spPr>
            <a:xfrm>
              <a:off x="1356945" y="2443707"/>
              <a:ext cx="6796456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7" name="DH Agenda 2 Page Active" hidden="1">
              <a:extLst>
                <a:ext uri="{FF2B5EF4-FFF2-40B4-BE49-F238E27FC236}">
                  <a16:creationId xmlns:a16="http://schemas.microsoft.com/office/drawing/2014/main" id="{AF2ADD53-DC76-43FF-8E6F-4CC41A9636A0}"/>
                </a:ext>
              </a:extLst>
            </p:cNvPr>
            <p:cNvSpPr txBox="1"/>
            <p:nvPr userDrawn="1"/>
          </p:nvSpPr>
          <p:spPr>
            <a:xfrm>
              <a:off x="8153401" y="2443707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18" name="DH Agenda 2 Section Active" hidden="1">
              <a:extLst>
                <a:ext uri="{FF2B5EF4-FFF2-40B4-BE49-F238E27FC236}">
                  <a16:creationId xmlns:a16="http://schemas.microsoft.com/office/drawing/2014/main" id="{E09D3EF8-ED30-48B1-B16C-F972B40DD64F}"/>
                </a:ext>
              </a:extLst>
            </p:cNvPr>
            <p:cNvSpPr txBox="1"/>
            <p:nvPr userDrawn="1"/>
          </p:nvSpPr>
          <p:spPr>
            <a:xfrm>
              <a:off x="905607" y="2443707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19" name="Agenda Level 2" hidden="1">
            <a:extLst>
              <a:ext uri="{FF2B5EF4-FFF2-40B4-BE49-F238E27FC236}">
                <a16:creationId xmlns:a16="http://schemas.microsoft.com/office/drawing/2014/main" id="{51A6938B-688B-4AE3-A47B-8B7A3073EC17}"/>
              </a:ext>
            </a:extLst>
          </p:cNvPr>
          <p:cNvGrpSpPr/>
          <p:nvPr/>
        </p:nvGrpSpPr>
        <p:grpSpPr>
          <a:xfrm>
            <a:off x="1505047" y="2943055"/>
            <a:ext cx="7781194" cy="369332"/>
            <a:chOff x="905607" y="1998175"/>
            <a:chExt cx="7781194" cy="369332"/>
          </a:xfrm>
        </p:grpSpPr>
        <p:sp>
          <p:nvSpPr>
            <p:cNvPr id="20" name="DH Agenda 2 Topic" hidden="1">
              <a:extLst>
                <a:ext uri="{FF2B5EF4-FFF2-40B4-BE49-F238E27FC236}">
                  <a16:creationId xmlns:a16="http://schemas.microsoft.com/office/drawing/2014/main" id="{7BF313F4-2175-4B9E-8E71-76C8F97529F1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2971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1" name="DH Agenda 2 Page" hidden="1">
              <a:extLst>
                <a:ext uri="{FF2B5EF4-FFF2-40B4-BE49-F238E27FC236}">
                  <a16:creationId xmlns:a16="http://schemas.microsoft.com/office/drawing/2014/main" id="{2D593BDF-C4FF-4AFC-B638-49A0C20ED5F2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2" name="DH Agenda 2 Section" hidden="1">
              <a:extLst>
                <a:ext uri="{FF2B5EF4-FFF2-40B4-BE49-F238E27FC236}">
                  <a16:creationId xmlns:a16="http://schemas.microsoft.com/office/drawing/2014/main" id="{87578FF0-6C9E-4F40-B967-E19EB6B67C3C}"/>
                </a:ext>
              </a:extLst>
            </p:cNvPr>
            <p:cNvSpPr txBox="1"/>
            <p:nvPr userDrawn="1"/>
          </p:nvSpPr>
          <p:spPr>
            <a:xfrm>
              <a:off x="905607" y="1998175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3" name="Agenda Level 1 Active" hidden="1">
            <a:extLst>
              <a:ext uri="{FF2B5EF4-FFF2-40B4-BE49-F238E27FC236}">
                <a16:creationId xmlns:a16="http://schemas.microsoft.com/office/drawing/2014/main" id="{263C6B46-599B-482E-B33F-3BA5BFB66AC5}"/>
              </a:ext>
            </a:extLst>
          </p:cNvPr>
          <p:cNvGrpSpPr/>
          <p:nvPr/>
        </p:nvGrpSpPr>
        <p:grpSpPr>
          <a:xfrm>
            <a:off x="1053709" y="2495062"/>
            <a:ext cx="8235462" cy="369332"/>
            <a:chOff x="454269" y="1550182"/>
            <a:chExt cx="8235462" cy="369332"/>
          </a:xfrm>
        </p:grpSpPr>
        <p:sp>
          <p:nvSpPr>
            <p:cNvPr id="24" name="DH Agenda 1 Topic Active" hidden="1">
              <a:extLst>
                <a:ext uri="{FF2B5EF4-FFF2-40B4-BE49-F238E27FC236}">
                  <a16:creationId xmlns:a16="http://schemas.microsoft.com/office/drawing/2014/main" id="{ADFB442B-0202-4781-A0E4-FD7351DBDDA8}"/>
                </a:ext>
              </a:extLst>
            </p:cNvPr>
            <p:cNvSpPr txBox="1"/>
            <p:nvPr userDrawn="1"/>
          </p:nvSpPr>
          <p:spPr>
            <a:xfrm>
              <a:off x="905607" y="1550182"/>
              <a:ext cx="7253655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5" name="DH Agenda 1 Page Active" hidden="1">
              <a:extLst>
                <a:ext uri="{FF2B5EF4-FFF2-40B4-BE49-F238E27FC236}">
                  <a16:creationId xmlns:a16="http://schemas.microsoft.com/office/drawing/2014/main" id="{FBD434D3-F2D0-4A22-8195-6261B0C09FB4}"/>
                </a:ext>
              </a:extLst>
            </p:cNvPr>
            <p:cNvSpPr txBox="1"/>
            <p:nvPr userDrawn="1"/>
          </p:nvSpPr>
          <p:spPr>
            <a:xfrm>
              <a:off x="8156331" y="1550182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rIns="9144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6" name="DH Agenda 1 Section Active" hidden="1">
              <a:extLst>
                <a:ext uri="{FF2B5EF4-FFF2-40B4-BE49-F238E27FC236}">
                  <a16:creationId xmlns:a16="http://schemas.microsoft.com/office/drawing/2014/main" id="{5D2E2E40-1CF7-40CB-8284-4F5BB3B4E5A2}"/>
                </a:ext>
              </a:extLst>
            </p:cNvPr>
            <p:cNvSpPr txBox="1"/>
            <p:nvPr userDrawn="1"/>
          </p:nvSpPr>
          <p:spPr>
            <a:xfrm>
              <a:off x="454269" y="1550182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7" name="Agenda Level 1" hidden="1">
            <a:extLst>
              <a:ext uri="{FF2B5EF4-FFF2-40B4-BE49-F238E27FC236}">
                <a16:creationId xmlns:a16="http://schemas.microsoft.com/office/drawing/2014/main" id="{471378AF-BD3F-4918-8D6B-EF337A638810}"/>
              </a:ext>
            </a:extLst>
          </p:cNvPr>
          <p:cNvGrpSpPr/>
          <p:nvPr/>
        </p:nvGrpSpPr>
        <p:grpSpPr>
          <a:xfrm>
            <a:off x="1050779" y="2052710"/>
            <a:ext cx="8241323" cy="369332"/>
            <a:chOff x="451339" y="1107830"/>
            <a:chExt cx="8241323" cy="369332"/>
          </a:xfrm>
        </p:grpSpPr>
        <p:sp>
          <p:nvSpPr>
            <p:cNvPr id="28" name="DH Agenda 1 Topic" hidden="1">
              <a:extLst>
                <a:ext uri="{FF2B5EF4-FFF2-40B4-BE49-F238E27FC236}">
                  <a16:creationId xmlns:a16="http://schemas.microsoft.com/office/drawing/2014/main" id="{3FBE09AA-2FEB-4E1E-ACF2-3A08F5F3493F}"/>
                </a:ext>
              </a:extLst>
            </p:cNvPr>
            <p:cNvSpPr txBox="1"/>
            <p:nvPr userDrawn="1"/>
          </p:nvSpPr>
          <p:spPr>
            <a:xfrm>
              <a:off x="908538" y="1107830"/>
              <a:ext cx="7250724" cy="369332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9" name="DH Agenda 1 Page" hidden="1">
              <a:extLst>
                <a:ext uri="{FF2B5EF4-FFF2-40B4-BE49-F238E27FC236}">
                  <a16:creationId xmlns:a16="http://schemas.microsoft.com/office/drawing/2014/main" id="{3904C38F-113E-4D0A-8676-BD955F2C686E}"/>
                </a:ext>
              </a:extLst>
            </p:cNvPr>
            <p:cNvSpPr txBox="1"/>
            <p:nvPr userDrawn="1"/>
          </p:nvSpPr>
          <p:spPr>
            <a:xfrm>
              <a:off x="8229600" y="1107830"/>
              <a:ext cx="463062" cy="369332"/>
            </a:xfrm>
            <a:prstGeom prst="rect">
              <a:avLst/>
            </a:prstGeom>
            <a:noFill/>
          </p:spPr>
          <p:txBody>
            <a:bodyPr wrap="none" lIns="0" tIns="0" rIns="9144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30" name="DH Agenda 1 Section" hidden="1">
              <a:extLst>
                <a:ext uri="{FF2B5EF4-FFF2-40B4-BE49-F238E27FC236}">
                  <a16:creationId xmlns:a16="http://schemas.microsoft.com/office/drawing/2014/main" id="{AA9BCB67-4EE1-49A4-BAE5-5703450A5C8F}"/>
                </a:ext>
              </a:extLst>
            </p:cNvPr>
            <p:cNvSpPr txBox="1"/>
            <p:nvPr userDrawn="1"/>
          </p:nvSpPr>
          <p:spPr>
            <a:xfrm>
              <a:off x="451339" y="1107830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9EE57F6-1A53-4F02-A6AF-5F6BA1AD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4104092D-CA4E-EA20-99FA-63510B053C05}"/>
              </a:ext>
            </a:extLst>
          </p:cNvPr>
          <p:cNvSpPr txBox="1">
            <a:spLocks/>
          </p:cNvSpPr>
          <p:nvPr userDrawn="1"/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nl-NL"/>
            </a:defPPr>
            <a:lvl1pPr marL="0" algn="l" defTabSz="1354592" rtl="0" eaLnBrk="1" latinLnBrk="0" hangingPunct="1">
              <a:defRPr sz="710" kern="1200">
                <a:solidFill>
                  <a:srgbClr val="736A84"/>
                </a:solidFill>
                <a:latin typeface="+mj-lt"/>
                <a:ea typeface="+mn-ea"/>
                <a:cs typeface="+mn-cs"/>
              </a:defRPr>
            </a:lvl1pPr>
            <a:lvl2pPr marL="677296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54592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31888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9184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86480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063776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741073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18369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/>
              <a:t>&lt;Voettekst, aanpassen via de knop Koptekst en voettekst&gt;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05450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inkce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0BAF37B-CBAA-4A56-9823-B0690C8359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84044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0BAF37B-CBAA-4A56-9823-B0690C835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FE145BFF-80C0-4A00-8175-4DE129AD7CB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6B56B136-50A1-4058-9DB0-B22C93D2585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7394-15A3-4B0C-A066-F6A81E3B4175}" type="datetime1">
              <a:rPr lang="nl-NL" smtClean="0"/>
              <a:t>19-7-2026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D54197B-B02F-40CE-A70C-7A66FFD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447164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A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42A292A-4CFA-458B-AD58-23710006507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450446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42A292A-4CFA-458B-AD58-237100065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 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Institute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41277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E8CDB6-96D7-4275-9F43-F0B8209528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F4F26B-20D0-4AFA-B0BC-D633D20BA4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F09BBC6-0CDE-45A1-830C-FC0B5B38958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9137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7CA2F83-010F-4F1A-AD3D-645400D8D94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318110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7CA2F83-010F-4F1A-AD3D-645400D8D9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2791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CE7CF1F-2AEB-4B5B-89A4-9456B31A8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54032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CE7CF1F-2AEB-4B5B-89A4-9456B31A8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988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d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049C44C-F000-4BD1-B382-F518671C22C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405711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049C44C-F000-4BD1-B382-F518671C22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712F95B7-2130-4571-9696-891B52F7B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6600" y="1376327"/>
            <a:ext cx="3004497" cy="368223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DE852AB-BD76-499B-839A-BF2FDF6FAB17}"/>
              </a:ext>
            </a:extLst>
          </p:cNvPr>
          <p:cNvSpPr txBox="1"/>
          <p:nvPr/>
        </p:nvSpPr>
        <p:spPr>
          <a:xfrm>
            <a:off x="3592996" y="5395935"/>
            <a:ext cx="5026010" cy="426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nl-NL" sz="2160" b="1" err="1">
                <a:solidFill>
                  <a:srgbClr val="5A5A5C"/>
                </a:solidFill>
                <a:latin typeface="+mj-lt"/>
              </a:rPr>
              <a:t>Achieving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</a:t>
            </a:r>
            <a:r>
              <a:rPr lang="nl-NL" sz="2160" b="1" err="1">
                <a:solidFill>
                  <a:srgbClr val="5A5A5C"/>
                </a:solidFill>
                <a:latin typeface="+mj-lt"/>
              </a:rPr>
              <a:t>better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3563438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9">
          <p15:clr>
            <a:srgbClr val="FBAE40"/>
          </p15:clr>
        </p15:guide>
        <p15:guide id="2" pos="567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4420D5D-3FF7-4F00-8500-23B81C4B2F1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33472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4420D5D-3FF7-4F00-8500-23B81C4B2F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76F96AD3-0A94-4775-9FAF-A2C5657B667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3738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669212-A33D-4C67-A7FA-4DB314F2A5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16" y="1739676"/>
            <a:ext cx="4695717" cy="2387600"/>
          </a:xfrm>
        </p:spPr>
        <p:txBody>
          <a:bodyPr anchor="b">
            <a:normAutofit/>
          </a:bodyPr>
          <a:lstStyle>
            <a:lvl1pPr algn="l">
              <a:lnSpc>
                <a:spcPct val="95000"/>
              </a:lnSpc>
              <a:defRPr sz="3738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0"/>
          </p:nvPr>
        </p:nvSpPr>
        <p:spPr>
          <a:xfrm>
            <a:off x="6921493" y="1"/>
            <a:ext cx="5270507" cy="6857999"/>
          </a:xfrm>
          <a:custGeom>
            <a:avLst/>
            <a:gdLst>
              <a:gd name="connsiteX0" fmla="*/ 222245 w 6995946"/>
              <a:gd name="connsiteY0" fmla="*/ 0 h 10158412"/>
              <a:gd name="connsiteX1" fmla="*/ 6995946 w 6995946"/>
              <a:gd name="connsiteY1" fmla="*/ 0 h 10158412"/>
              <a:gd name="connsiteX2" fmla="*/ 6995946 w 6995946"/>
              <a:gd name="connsiteY2" fmla="*/ 10158412 h 10158412"/>
              <a:gd name="connsiteX3" fmla="*/ 1379646 w 6995946"/>
              <a:gd name="connsiteY3" fmla="*/ 10158412 h 10158412"/>
              <a:gd name="connsiteX4" fmla="*/ 1349932 w 6995946"/>
              <a:gd name="connsiteY4" fmla="*/ 10085685 h 10158412"/>
              <a:gd name="connsiteX5" fmla="*/ 0 w 6995946"/>
              <a:gd name="connsiteY5" fmla="*/ 2949553 h 10158412"/>
              <a:gd name="connsiteX6" fmla="*/ 156361 w 6995946"/>
              <a:gd name="connsiteY6" fmla="*/ 470839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946" h="10158412">
                <a:moveTo>
                  <a:pt x="222245" y="0"/>
                </a:moveTo>
                <a:lnTo>
                  <a:pt x="6995946" y="0"/>
                </a:lnTo>
                <a:lnTo>
                  <a:pt x="6995946" y="10158412"/>
                </a:lnTo>
                <a:lnTo>
                  <a:pt x="1379646" y="10158412"/>
                </a:lnTo>
                <a:lnTo>
                  <a:pt x="1349932" y="10085685"/>
                </a:lnTo>
                <a:cubicBezTo>
                  <a:pt x="478637" y="7876086"/>
                  <a:pt x="0" y="5468715"/>
                  <a:pt x="0" y="2949553"/>
                </a:cubicBezTo>
                <a:cubicBezTo>
                  <a:pt x="0" y="2109833"/>
                  <a:pt x="53182" y="1282533"/>
                  <a:pt x="156361" y="470839"/>
                </a:cubicBez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34040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128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897" b="0" u="sng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897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knop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Foto bijsnijden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A57C3E4-7B36-4108-AAB5-5B73F8B1ADB8}"/>
              </a:ext>
            </a:extLst>
          </p:cNvPr>
          <p:cNvSpPr/>
          <p:nvPr/>
        </p:nvSpPr>
        <p:spPr>
          <a:xfrm>
            <a:off x="1335179" y="0"/>
            <a:ext cx="1211736" cy="12539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sz="1215"/>
          </a:p>
        </p:txBody>
      </p:sp>
      <p:pic>
        <p:nvPicPr>
          <p:cNvPr id="8" name="Afbeelding 7" descr="Afbeelding met tekening&#10;&#10;Automatisch gegenereerde beschrijving">
            <a:extLst>
              <a:ext uri="{FF2B5EF4-FFF2-40B4-BE49-F238E27FC236}">
                <a16:creationId xmlns:a16="http://schemas.microsoft.com/office/drawing/2014/main" id="{64013F35-4409-43EE-BB76-3552393091C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104" y="196871"/>
            <a:ext cx="707048" cy="866540"/>
          </a:xfrm>
          <a:prstGeom prst="rect">
            <a:avLst/>
          </a:prstGeom>
        </p:spPr>
      </p:pic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8E5ECA76-BEF6-46C0-AE5A-CA8816882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515" y="4351876"/>
            <a:ext cx="4696178" cy="2152034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defRPr sz="2363">
                <a:solidFill>
                  <a:schemeClr val="accent2"/>
                </a:solidFill>
                <a:latin typeface="+mn-lt"/>
              </a:defRPr>
            </a:lvl1pPr>
            <a:lvl2pPr>
              <a:defRPr sz="2363"/>
            </a:lvl2pPr>
            <a:lvl3pPr>
              <a:defRPr sz="2363"/>
            </a:lvl3pPr>
            <a:lvl4pPr>
              <a:defRPr sz="2363"/>
            </a:lvl4pPr>
            <a:lvl5pPr>
              <a:defRPr sz="2363"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2335293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F12BB4C-1063-4CED-AB13-50851ADE0F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436130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F12BB4C-1063-4CED-AB13-50851ADE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3019635F-5222-42EE-8B42-C3DED0B4FD0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0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5" y="811747"/>
            <a:ext cx="10369550" cy="2242911"/>
          </a:xfrm>
        </p:spPr>
        <p:txBody>
          <a:bodyPr/>
          <a:lstStyle>
            <a:lvl1pPr>
              <a:defRPr b="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AD2355-E409-4097-9ACB-8D4CC7669A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97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704D24-9BD4-4818-8BE8-C1C13B6D5D3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5549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70221876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 met fot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D8E57C4-A855-4C64-89C8-79272F5879F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000234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D8E57C4-A855-4C64-89C8-79272F587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15770641-A7D3-495E-8BFB-0F5C49D40D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904" y="811747"/>
            <a:ext cx="4995374" cy="1083523"/>
          </a:xfrm>
        </p:spPr>
        <p:txBody>
          <a:bodyPr/>
          <a:lstStyle>
            <a:lvl1pPr>
              <a:defRPr b="1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65881213-7370-4484-AC51-C2269F145C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5050589" cy="6857999"/>
          </a:xfrm>
          <a:custGeom>
            <a:avLst/>
            <a:gdLst>
              <a:gd name="connsiteX0" fmla="*/ 0 w 7385318"/>
              <a:gd name="connsiteY0" fmla="*/ 0 h 10158412"/>
              <a:gd name="connsiteX1" fmla="*/ 5969510 w 7385318"/>
              <a:gd name="connsiteY1" fmla="*/ 0 h 10158412"/>
              <a:gd name="connsiteX2" fmla="*/ 6081178 w 7385318"/>
              <a:gd name="connsiteY2" fmla="*/ 273312 h 10158412"/>
              <a:gd name="connsiteX3" fmla="*/ 7385318 w 7385318"/>
              <a:gd name="connsiteY3" fmla="*/ 7167378 h 10158412"/>
              <a:gd name="connsiteX4" fmla="*/ 7168681 w 7385318"/>
              <a:gd name="connsiteY4" fmla="*/ 10030673 h 10158412"/>
              <a:gd name="connsiteX5" fmla="*/ 7147518 w 7385318"/>
              <a:gd name="connsiteY5" fmla="*/ 10158412 h 10158412"/>
              <a:gd name="connsiteX6" fmla="*/ 0 w 7385318"/>
              <a:gd name="connsiteY6" fmla="*/ 10158412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318" h="10158412">
                <a:moveTo>
                  <a:pt x="0" y="0"/>
                </a:moveTo>
                <a:lnTo>
                  <a:pt x="5969510" y="0"/>
                </a:lnTo>
                <a:lnTo>
                  <a:pt x="6081178" y="273312"/>
                </a:lnTo>
                <a:cubicBezTo>
                  <a:pt x="6922917" y="2407959"/>
                  <a:pt x="7385318" y="4733669"/>
                  <a:pt x="7385318" y="7167378"/>
                </a:cubicBezTo>
                <a:cubicBezTo>
                  <a:pt x="7385318" y="8140862"/>
                  <a:pt x="7311334" y="9097065"/>
                  <a:pt x="7168681" y="10030673"/>
                </a:cubicBezTo>
                <a:lnTo>
                  <a:pt x="7147518" y="10158412"/>
                </a:lnTo>
                <a:lnTo>
                  <a:pt x="0" y="10158412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64997-162D-4341-8D5F-57F8B3B5BB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91904" y="2056062"/>
            <a:ext cx="4995226" cy="405640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5112372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 not remove" hidden="1">
            <a:extLst>
              <a:ext uri="{FF2B5EF4-FFF2-40B4-BE49-F238E27FC236}">
                <a16:creationId xmlns:a16="http://schemas.microsoft.com/office/drawing/2014/main" id="{41C97D94-E359-4CDB-8AA4-6C854B6A481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0DB192B-D5E5-44F5-B44E-22ACE5120C9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653423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0DB192B-D5E5-44F5-B44E-22ACE5120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2F1C9A3A-2647-41D3-86B0-98D96592B8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6571" y="1412875"/>
            <a:ext cx="10354204" cy="4699591"/>
          </a:xfrm>
        </p:spPr>
        <p:txBody>
          <a:bodyPr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A3A2B01-113B-4C33-AA49-A5A6EDE24E80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C367E29F-2C80-4F26-BB2F-68BA9185DEC4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8CBE303B-03C1-4CEC-B095-F75B3D9E9A5C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869822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 not remove" hidden="1">
            <a:extLst>
              <a:ext uri="{FF2B5EF4-FFF2-40B4-BE49-F238E27FC236}">
                <a16:creationId xmlns:a16="http://schemas.microsoft.com/office/drawing/2014/main" id="{5EDB6D40-AF00-D94E-3496-CCE14995307A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795333E-4196-4B8D-B408-4C63349C269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791673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795333E-4196-4B8D-B408-4C63349C2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hoek 1" hidden="1">
            <a:extLst>
              <a:ext uri="{FF2B5EF4-FFF2-40B4-BE49-F238E27FC236}">
                <a16:creationId xmlns:a16="http://schemas.microsoft.com/office/drawing/2014/main" id="{5135DB40-77B6-4DB8-B6B9-9E2748DC697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CD67B-69D5-4621-B360-E3FA78DCACB2}" type="datetime1">
              <a:rPr lang="nl-NL" smtClean="0"/>
              <a:t>19-7-2026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5F1BD43B-C994-4D36-A2AF-84B37ADB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9E1E1717-C36D-4CBC-DB08-2C85EDC531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930808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12BA317-CB49-4111-BC65-61225EAE32D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77740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12BA317-CB49-4111-BC65-61225EAE3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708D3B-96BA-49AC-A318-6A1EC49A260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B778-B5CF-4BB1-B112-A9657907AD62}" type="datetime1">
              <a:rPr lang="nl-NL" smtClean="0"/>
              <a:t>19-7-2026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549BA-C827-4E6D-A333-EA477850B0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4240" y="3200400"/>
            <a:ext cx="8229600" cy="521677"/>
          </a:xfrm>
        </p:spPr>
        <p:txBody>
          <a:bodyPr>
            <a:noAutofit/>
          </a:bodyPr>
          <a:lstStyle>
            <a:lvl1pPr marL="514350" indent="-514350">
              <a:buFont typeface="+mj-lt"/>
              <a:buAutoNum type="alphaUcPeriod"/>
              <a:defRPr sz="2000" b="1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1pPr>
            <a:lvl2pPr marL="515938" indent="-514350">
              <a:buFont typeface="+mj-lt"/>
              <a:buAutoNum type="arabicPeriod"/>
              <a:defRPr sz="2000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2pPr>
          </a:lstStyle>
          <a:p>
            <a:pPr lvl="0"/>
            <a:r>
              <a:rPr lang="nl-NL"/>
              <a:t>Section topic</a:t>
            </a:r>
          </a:p>
          <a:p>
            <a:pPr lvl="1"/>
            <a:r>
              <a:rPr lang="nl-NL"/>
              <a:t>Subsection topic</a:t>
            </a:r>
          </a:p>
        </p:txBody>
      </p:sp>
    </p:spTree>
    <p:extLst>
      <p:ext uri="{BB962C8B-B14F-4D97-AF65-F5344CB8AC3E}">
        <p14:creationId xmlns:p14="http://schemas.microsoft.com/office/powerpoint/2010/main" val="10797819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CB8B63-E6EC-41CD-8777-1A7BFC46027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70897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CB8B63-E6EC-41CD-8777-1A7BFC46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8AFDFB8E-B338-4115-8EB5-9AE0320B279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4C8372-F7FD-40C5-BD69-B372280C139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6E76F-C067-4DA5-8FE1-FAB4A628BDB1}" type="datetime1">
              <a:rPr lang="nl-NL" smtClean="0"/>
              <a:t>19-7-2026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grpSp>
        <p:nvGrpSpPr>
          <p:cNvPr id="12" name="Agenda Level 3" hidden="1">
            <a:extLst>
              <a:ext uri="{FF2B5EF4-FFF2-40B4-BE49-F238E27FC236}">
                <a16:creationId xmlns:a16="http://schemas.microsoft.com/office/drawing/2014/main" id="{5B0359CF-B858-41B9-B1EB-233C89B1B186}"/>
              </a:ext>
            </a:extLst>
          </p:cNvPr>
          <p:cNvGrpSpPr/>
          <p:nvPr/>
        </p:nvGrpSpPr>
        <p:grpSpPr>
          <a:xfrm>
            <a:off x="1956384" y="3840480"/>
            <a:ext cx="7329856" cy="369332"/>
            <a:chOff x="1356945" y="1998175"/>
            <a:chExt cx="7329856" cy="369332"/>
          </a:xfrm>
        </p:grpSpPr>
        <p:sp>
          <p:nvSpPr>
            <p:cNvPr id="13" name="DH Agenda 2 Topic" hidden="1">
              <a:extLst>
                <a:ext uri="{FF2B5EF4-FFF2-40B4-BE49-F238E27FC236}">
                  <a16:creationId xmlns:a16="http://schemas.microsoft.com/office/drawing/2014/main" id="{C384A691-12EE-494D-A05C-73C92A1AF8CD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933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4" name="DH Agenda 2 Page" hidden="1">
              <a:extLst>
                <a:ext uri="{FF2B5EF4-FFF2-40B4-BE49-F238E27FC236}">
                  <a16:creationId xmlns:a16="http://schemas.microsoft.com/office/drawing/2014/main" id="{5AE81248-9AF0-449E-8C05-160AA7EA040D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</p:grpSp>
      <p:grpSp>
        <p:nvGrpSpPr>
          <p:cNvPr id="15" name="Agenda Level 2 Active" hidden="1">
            <a:extLst>
              <a:ext uri="{FF2B5EF4-FFF2-40B4-BE49-F238E27FC236}">
                <a16:creationId xmlns:a16="http://schemas.microsoft.com/office/drawing/2014/main" id="{9DF22DB4-5BC8-43B8-950B-42E48DA018C4}"/>
              </a:ext>
            </a:extLst>
          </p:cNvPr>
          <p:cNvGrpSpPr/>
          <p:nvPr/>
        </p:nvGrpSpPr>
        <p:grpSpPr>
          <a:xfrm>
            <a:off x="1505047" y="3388587"/>
            <a:ext cx="7781194" cy="369332"/>
            <a:chOff x="905607" y="2443707"/>
            <a:chExt cx="7781194" cy="369332"/>
          </a:xfrm>
        </p:grpSpPr>
        <p:sp>
          <p:nvSpPr>
            <p:cNvPr id="16" name="DH Agenda 2 Topic Active" hidden="1">
              <a:extLst>
                <a:ext uri="{FF2B5EF4-FFF2-40B4-BE49-F238E27FC236}">
                  <a16:creationId xmlns:a16="http://schemas.microsoft.com/office/drawing/2014/main" id="{6BD85BDE-0BC8-4BE4-A945-99D8149707C2}"/>
                </a:ext>
              </a:extLst>
            </p:cNvPr>
            <p:cNvSpPr txBox="1"/>
            <p:nvPr userDrawn="1"/>
          </p:nvSpPr>
          <p:spPr>
            <a:xfrm>
              <a:off x="1356945" y="2443707"/>
              <a:ext cx="6796456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7" name="DH Agenda 2 Page Active" hidden="1">
              <a:extLst>
                <a:ext uri="{FF2B5EF4-FFF2-40B4-BE49-F238E27FC236}">
                  <a16:creationId xmlns:a16="http://schemas.microsoft.com/office/drawing/2014/main" id="{AF2ADD53-DC76-43FF-8E6F-4CC41A9636A0}"/>
                </a:ext>
              </a:extLst>
            </p:cNvPr>
            <p:cNvSpPr txBox="1"/>
            <p:nvPr userDrawn="1"/>
          </p:nvSpPr>
          <p:spPr>
            <a:xfrm>
              <a:off x="8153401" y="2443707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18" name="DH Agenda 2 Section Active" hidden="1">
              <a:extLst>
                <a:ext uri="{FF2B5EF4-FFF2-40B4-BE49-F238E27FC236}">
                  <a16:creationId xmlns:a16="http://schemas.microsoft.com/office/drawing/2014/main" id="{E09D3EF8-ED30-48B1-B16C-F972B40DD64F}"/>
                </a:ext>
              </a:extLst>
            </p:cNvPr>
            <p:cNvSpPr txBox="1"/>
            <p:nvPr userDrawn="1"/>
          </p:nvSpPr>
          <p:spPr>
            <a:xfrm>
              <a:off x="905607" y="2443707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19" name="Agenda Level 2" hidden="1">
            <a:extLst>
              <a:ext uri="{FF2B5EF4-FFF2-40B4-BE49-F238E27FC236}">
                <a16:creationId xmlns:a16="http://schemas.microsoft.com/office/drawing/2014/main" id="{51A6938B-688B-4AE3-A47B-8B7A3073EC17}"/>
              </a:ext>
            </a:extLst>
          </p:cNvPr>
          <p:cNvGrpSpPr/>
          <p:nvPr/>
        </p:nvGrpSpPr>
        <p:grpSpPr>
          <a:xfrm>
            <a:off x="1505047" y="2943055"/>
            <a:ext cx="7781194" cy="369332"/>
            <a:chOff x="905607" y="1998175"/>
            <a:chExt cx="7781194" cy="369332"/>
          </a:xfrm>
        </p:grpSpPr>
        <p:sp>
          <p:nvSpPr>
            <p:cNvPr id="20" name="DH Agenda 2 Topic" hidden="1">
              <a:extLst>
                <a:ext uri="{FF2B5EF4-FFF2-40B4-BE49-F238E27FC236}">
                  <a16:creationId xmlns:a16="http://schemas.microsoft.com/office/drawing/2014/main" id="{7BF313F4-2175-4B9E-8E71-76C8F97529F1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2971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1" name="DH Agenda 2 Page" hidden="1">
              <a:extLst>
                <a:ext uri="{FF2B5EF4-FFF2-40B4-BE49-F238E27FC236}">
                  <a16:creationId xmlns:a16="http://schemas.microsoft.com/office/drawing/2014/main" id="{2D593BDF-C4FF-4AFC-B638-49A0C20ED5F2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2" name="DH Agenda 2 Section" hidden="1">
              <a:extLst>
                <a:ext uri="{FF2B5EF4-FFF2-40B4-BE49-F238E27FC236}">
                  <a16:creationId xmlns:a16="http://schemas.microsoft.com/office/drawing/2014/main" id="{87578FF0-6C9E-4F40-B967-E19EB6B67C3C}"/>
                </a:ext>
              </a:extLst>
            </p:cNvPr>
            <p:cNvSpPr txBox="1"/>
            <p:nvPr userDrawn="1"/>
          </p:nvSpPr>
          <p:spPr>
            <a:xfrm>
              <a:off x="905607" y="1998175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3" name="Agenda Level 1 Active" hidden="1">
            <a:extLst>
              <a:ext uri="{FF2B5EF4-FFF2-40B4-BE49-F238E27FC236}">
                <a16:creationId xmlns:a16="http://schemas.microsoft.com/office/drawing/2014/main" id="{263C6B46-599B-482E-B33F-3BA5BFB66AC5}"/>
              </a:ext>
            </a:extLst>
          </p:cNvPr>
          <p:cNvGrpSpPr/>
          <p:nvPr/>
        </p:nvGrpSpPr>
        <p:grpSpPr>
          <a:xfrm>
            <a:off x="1053709" y="2495062"/>
            <a:ext cx="8235462" cy="369332"/>
            <a:chOff x="454269" y="1550182"/>
            <a:chExt cx="8235462" cy="369332"/>
          </a:xfrm>
        </p:grpSpPr>
        <p:sp>
          <p:nvSpPr>
            <p:cNvPr id="24" name="DH Agenda 1 Topic Active" hidden="1">
              <a:extLst>
                <a:ext uri="{FF2B5EF4-FFF2-40B4-BE49-F238E27FC236}">
                  <a16:creationId xmlns:a16="http://schemas.microsoft.com/office/drawing/2014/main" id="{ADFB442B-0202-4781-A0E4-FD7351DBDDA8}"/>
                </a:ext>
              </a:extLst>
            </p:cNvPr>
            <p:cNvSpPr txBox="1"/>
            <p:nvPr userDrawn="1"/>
          </p:nvSpPr>
          <p:spPr>
            <a:xfrm>
              <a:off x="905607" y="1550182"/>
              <a:ext cx="7253655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5" name="DH Agenda 1 Page Active" hidden="1">
              <a:extLst>
                <a:ext uri="{FF2B5EF4-FFF2-40B4-BE49-F238E27FC236}">
                  <a16:creationId xmlns:a16="http://schemas.microsoft.com/office/drawing/2014/main" id="{FBD434D3-F2D0-4A22-8195-6261B0C09FB4}"/>
                </a:ext>
              </a:extLst>
            </p:cNvPr>
            <p:cNvSpPr txBox="1"/>
            <p:nvPr userDrawn="1"/>
          </p:nvSpPr>
          <p:spPr>
            <a:xfrm>
              <a:off x="8156331" y="1550182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rIns="9144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6" name="DH Agenda 1 Section Active" hidden="1">
              <a:extLst>
                <a:ext uri="{FF2B5EF4-FFF2-40B4-BE49-F238E27FC236}">
                  <a16:creationId xmlns:a16="http://schemas.microsoft.com/office/drawing/2014/main" id="{5D2E2E40-1CF7-40CB-8284-4F5BB3B4E5A2}"/>
                </a:ext>
              </a:extLst>
            </p:cNvPr>
            <p:cNvSpPr txBox="1"/>
            <p:nvPr userDrawn="1"/>
          </p:nvSpPr>
          <p:spPr>
            <a:xfrm>
              <a:off x="454269" y="1550182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7" name="Agenda Level 1" hidden="1">
            <a:extLst>
              <a:ext uri="{FF2B5EF4-FFF2-40B4-BE49-F238E27FC236}">
                <a16:creationId xmlns:a16="http://schemas.microsoft.com/office/drawing/2014/main" id="{471378AF-BD3F-4918-8D6B-EF337A638810}"/>
              </a:ext>
            </a:extLst>
          </p:cNvPr>
          <p:cNvGrpSpPr/>
          <p:nvPr/>
        </p:nvGrpSpPr>
        <p:grpSpPr>
          <a:xfrm>
            <a:off x="1050779" y="2052710"/>
            <a:ext cx="8241323" cy="369332"/>
            <a:chOff x="451339" y="1107830"/>
            <a:chExt cx="8241323" cy="369332"/>
          </a:xfrm>
        </p:grpSpPr>
        <p:sp>
          <p:nvSpPr>
            <p:cNvPr id="28" name="DH Agenda 1 Topic" hidden="1">
              <a:extLst>
                <a:ext uri="{FF2B5EF4-FFF2-40B4-BE49-F238E27FC236}">
                  <a16:creationId xmlns:a16="http://schemas.microsoft.com/office/drawing/2014/main" id="{3FBE09AA-2FEB-4E1E-ACF2-3A08F5F3493F}"/>
                </a:ext>
              </a:extLst>
            </p:cNvPr>
            <p:cNvSpPr txBox="1"/>
            <p:nvPr userDrawn="1"/>
          </p:nvSpPr>
          <p:spPr>
            <a:xfrm>
              <a:off x="908538" y="1107830"/>
              <a:ext cx="7250724" cy="369332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9" name="DH Agenda 1 Page" hidden="1">
              <a:extLst>
                <a:ext uri="{FF2B5EF4-FFF2-40B4-BE49-F238E27FC236}">
                  <a16:creationId xmlns:a16="http://schemas.microsoft.com/office/drawing/2014/main" id="{3904C38F-113E-4D0A-8676-BD955F2C686E}"/>
                </a:ext>
              </a:extLst>
            </p:cNvPr>
            <p:cNvSpPr txBox="1"/>
            <p:nvPr userDrawn="1"/>
          </p:nvSpPr>
          <p:spPr>
            <a:xfrm>
              <a:off x="8229600" y="1107830"/>
              <a:ext cx="463062" cy="369332"/>
            </a:xfrm>
            <a:prstGeom prst="rect">
              <a:avLst/>
            </a:prstGeom>
            <a:noFill/>
          </p:spPr>
          <p:txBody>
            <a:bodyPr wrap="none" lIns="0" tIns="0" rIns="9144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30" name="DH Agenda 1 Section" hidden="1">
              <a:extLst>
                <a:ext uri="{FF2B5EF4-FFF2-40B4-BE49-F238E27FC236}">
                  <a16:creationId xmlns:a16="http://schemas.microsoft.com/office/drawing/2014/main" id="{AA9BCB67-4EE1-49A4-BAE5-5703450A5C8F}"/>
                </a:ext>
              </a:extLst>
            </p:cNvPr>
            <p:cNvSpPr txBox="1"/>
            <p:nvPr userDrawn="1"/>
          </p:nvSpPr>
          <p:spPr>
            <a:xfrm>
              <a:off x="451339" y="1107830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9EE57F6-1A53-4F02-A6AF-5F6BA1AD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1B619CB-A3A2-A4ED-347F-F55638FFA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1920742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inkce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0BAF37B-CBAA-4A56-9823-B0690C8359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313560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0BAF37B-CBAA-4A56-9823-B0690C835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FE145BFF-80C0-4A00-8175-4DE129AD7CB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6B56B136-50A1-4058-9DB0-B22C93D2585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7394-15A3-4B0C-A066-F6A81E3B4175}" type="datetime1">
              <a:rPr lang="nl-NL" smtClean="0"/>
              <a:t>19-7-2026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D54197B-B02F-40CE-A70C-7A66FFD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6394022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A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42A292A-4CFA-458B-AD58-23710006507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79016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42A292A-4CFA-458B-AD58-237100065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 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Institute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41277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E8CDB6-96D7-4275-9F43-F0B8209528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F4F26B-20D0-4AFA-B0BC-D633D20BA4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F09BBC6-0CDE-45A1-830C-FC0B5B38958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8907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7CA2F83-010F-4F1A-AD3D-645400D8D94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66013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7CA2F83-010F-4F1A-AD3D-645400D8D9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2997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CE7CF1F-2AEB-4B5B-89A4-9456B31A8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167760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CE7CF1F-2AEB-4B5B-89A4-9456B31A8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72483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d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049C44C-F000-4BD1-B382-F518671C22C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335486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049C44C-F000-4BD1-B382-F518671C22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712F95B7-2130-4571-9696-891B52F7B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6600" y="1376327"/>
            <a:ext cx="3004497" cy="368223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DE852AB-BD76-499B-839A-BF2FDF6FAB17}"/>
              </a:ext>
            </a:extLst>
          </p:cNvPr>
          <p:cNvSpPr txBox="1"/>
          <p:nvPr/>
        </p:nvSpPr>
        <p:spPr>
          <a:xfrm>
            <a:off x="3592996" y="5395935"/>
            <a:ext cx="5026010" cy="426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nl-NL" sz="2160" b="1" err="1">
                <a:solidFill>
                  <a:srgbClr val="5A5A5C"/>
                </a:solidFill>
                <a:latin typeface="+mj-lt"/>
              </a:rPr>
              <a:t>Achieving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</a:t>
            </a:r>
            <a:r>
              <a:rPr lang="nl-NL" sz="2160" b="1" err="1">
                <a:solidFill>
                  <a:srgbClr val="5A5A5C"/>
                </a:solidFill>
                <a:latin typeface="+mj-lt"/>
              </a:rPr>
              <a:t>better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350625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9">
          <p15:clr>
            <a:srgbClr val="FBAE40"/>
          </p15:clr>
        </p15:guide>
        <p15:guide id="2" pos="567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4420D5D-3FF7-4F00-8500-23B81C4B2F1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599381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4420D5D-3FF7-4F00-8500-23B81C4B2F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76F96AD3-0A94-4775-9FAF-A2C5657B667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3738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669212-A33D-4C67-A7FA-4DB314F2A5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16" y="1739676"/>
            <a:ext cx="4695717" cy="2387600"/>
          </a:xfrm>
        </p:spPr>
        <p:txBody>
          <a:bodyPr anchor="b">
            <a:normAutofit/>
          </a:bodyPr>
          <a:lstStyle>
            <a:lvl1pPr algn="l">
              <a:lnSpc>
                <a:spcPct val="95000"/>
              </a:lnSpc>
              <a:defRPr sz="3738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0"/>
          </p:nvPr>
        </p:nvSpPr>
        <p:spPr>
          <a:xfrm>
            <a:off x="6921493" y="1"/>
            <a:ext cx="5270507" cy="6857999"/>
          </a:xfrm>
          <a:custGeom>
            <a:avLst/>
            <a:gdLst>
              <a:gd name="connsiteX0" fmla="*/ 222245 w 6995946"/>
              <a:gd name="connsiteY0" fmla="*/ 0 h 10158412"/>
              <a:gd name="connsiteX1" fmla="*/ 6995946 w 6995946"/>
              <a:gd name="connsiteY1" fmla="*/ 0 h 10158412"/>
              <a:gd name="connsiteX2" fmla="*/ 6995946 w 6995946"/>
              <a:gd name="connsiteY2" fmla="*/ 10158412 h 10158412"/>
              <a:gd name="connsiteX3" fmla="*/ 1379646 w 6995946"/>
              <a:gd name="connsiteY3" fmla="*/ 10158412 h 10158412"/>
              <a:gd name="connsiteX4" fmla="*/ 1349932 w 6995946"/>
              <a:gd name="connsiteY4" fmla="*/ 10085685 h 10158412"/>
              <a:gd name="connsiteX5" fmla="*/ 0 w 6995946"/>
              <a:gd name="connsiteY5" fmla="*/ 2949553 h 10158412"/>
              <a:gd name="connsiteX6" fmla="*/ 156361 w 6995946"/>
              <a:gd name="connsiteY6" fmla="*/ 470839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946" h="10158412">
                <a:moveTo>
                  <a:pt x="222245" y="0"/>
                </a:moveTo>
                <a:lnTo>
                  <a:pt x="6995946" y="0"/>
                </a:lnTo>
                <a:lnTo>
                  <a:pt x="6995946" y="10158412"/>
                </a:lnTo>
                <a:lnTo>
                  <a:pt x="1379646" y="10158412"/>
                </a:lnTo>
                <a:lnTo>
                  <a:pt x="1349932" y="10085685"/>
                </a:lnTo>
                <a:cubicBezTo>
                  <a:pt x="478637" y="7876086"/>
                  <a:pt x="0" y="5468715"/>
                  <a:pt x="0" y="2949553"/>
                </a:cubicBezTo>
                <a:cubicBezTo>
                  <a:pt x="0" y="2109833"/>
                  <a:pt x="53182" y="1282533"/>
                  <a:pt x="156361" y="470839"/>
                </a:cubicBez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34040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128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897" b="0" u="sng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897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knop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Foto bijsnijden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A57C3E4-7B36-4108-AAB5-5B73F8B1ADB8}"/>
              </a:ext>
            </a:extLst>
          </p:cNvPr>
          <p:cNvSpPr/>
          <p:nvPr/>
        </p:nvSpPr>
        <p:spPr>
          <a:xfrm>
            <a:off x="1335179" y="0"/>
            <a:ext cx="1211736" cy="12539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sz="1215"/>
          </a:p>
        </p:txBody>
      </p:sp>
      <p:pic>
        <p:nvPicPr>
          <p:cNvPr id="8" name="Afbeelding 7" descr="Afbeelding met tekening&#10;&#10;Automatisch gegenereerde beschrijving">
            <a:extLst>
              <a:ext uri="{FF2B5EF4-FFF2-40B4-BE49-F238E27FC236}">
                <a16:creationId xmlns:a16="http://schemas.microsoft.com/office/drawing/2014/main" id="{64013F35-4409-43EE-BB76-3552393091C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104" y="196871"/>
            <a:ext cx="707048" cy="866540"/>
          </a:xfrm>
          <a:prstGeom prst="rect">
            <a:avLst/>
          </a:prstGeom>
        </p:spPr>
      </p:pic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8E5ECA76-BEF6-46C0-AE5A-CA8816882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515" y="4351876"/>
            <a:ext cx="4696178" cy="2152034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defRPr sz="2363">
                <a:solidFill>
                  <a:schemeClr val="accent2"/>
                </a:solidFill>
                <a:latin typeface="+mn-lt"/>
              </a:defRPr>
            </a:lvl1pPr>
            <a:lvl2pPr>
              <a:defRPr sz="2363"/>
            </a:lvl2pPr>
            <a:lvl3pPr>
              <a:defRPr sz="2363"/>
            </a:lvl3pPr>
            <a:lvl4pPr>
              <a:defRPr sz="2363"/>
            </a:lvl4pPr>
            <a:lvl5pPr>
              <a:defRPr sz="2363"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217799552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F12BB4C-1063-4CED-AB13-50851ADE0F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86223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F12BB4C-1063-4CED-AB13-50851ADE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3019635F-5222-42EE-8B42-C3DED0B4FD0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0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5" y="811747"/>
            <a:ext cx="10369550" cy="2242911"/>
          </a:xfrm>
        </p:spPr>
        <p:txBody>
          <a:bodyPr/>
          <a:lstStyle>
            <a:lvl1pPr>
              <a:defRPr b="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AD2355-E409-4097-9ACB-8D4CC7669A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97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704D24-9BD4-4818-8BE8-C1C13B6D5D3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5549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72276240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 met fot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D8E57C4-A855-4C64-89C8-79272F5879F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924503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D8E57C4-A855-4C64-89C8-79272F587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15770641-A7D3-495E-8BFB-0F5C49D40D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904" y="811747"/>
            <a:ext cx="4995374" cy="1083523"/>
          </a:xfrm>
        </p:spPr>
        <p:txBody>
          <a:bodyPr/>
          <a:lstStyle>
            <a:lvl1pPr>
              <a:defRPr b="1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65881213-7370-4484-AC51-C2269F145C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5050589" cy="6857999"/>
          </a:xfrm>
          <a:custGeom>
            <a:avLst/>
            <a:gdLst>
              <a:gd name="connsiteX0" fmla="*/ 0 w 7385318"/>
              <a:gd name="connsiteY0" fmla="*/ 0 h 10158412"/>
              <a:gd name="connsiteX1" fmla="*/ 5969510 w 7385318"/>
              <a:gd name="connsiteY1" fmla="*/ 0 h 10158412"/>
              <a:gd name="connsiteX2" fmla="*/ 6081178 w 7385318"/>
              <a:gd name="connsiteY2" fmla="*/ 273312 h 10158412"/>
              <a:gd name="connsiteX3" fmla="*/ 7385318 w 7385318"/>
              <a:gd name="connsiteY3" fmla="*/ 7167378 h 10158412"/>
              <a:gd name="connsiteX4" fmla="*/ 7168681 w 7385318"/>
              <a:gd name="connsiteY4" fmla="*/ 10030673 h 10158412"/>
              <a:gd name="connsiteX5" fmla="*/ 7147518 w 7385318"/>
              <a:gd name="connsiteY5" fmla="*/ 10158412 h 10158412"/>
              <a:gd name="connsiteX6" fmla="*/ 0 w 7385318"/>
              <a:gd name="connsiteY6" fmla="*/ 10158412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318" h="10158412">
                <a:moveTo>
                  <a:pt x="0" y="0"/>
                </a:moveTo>
                <a:lnTo>
                  <a:pt x="5969510" y="0"/>
                </a:lnTo>
                <a:lnTo>
                  <a:pt x="6081178" y="273312"/>
                </a:lnTo>
                <a:cubicBezTo>
                  <a:pt x="6922917" y="2407959"/>
                  <a:pt x="7385318" y="4733669"/>
                  <a:pt x="7385318" y="7167378"/>
                </a:cubicBezTo>
                <a:cubicBezTo>
                  <a:pt x="7385318" y="8140862"/>
                  <a:pt x="7311334" y="9097065"/>
                  <a:pt x="7168681" y="10030673"/>
                </a:cubicBezTo>
                <a:lnTo>
                  <a:pt x="7147518" y="10158412"/>
                </a:lnTo>
                <a:lnTo>
                  <a:pt x="0" y="10158412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64997-162D-4341-8D5F-57F8B3B5BB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91904" y="2056062"/>
            <a:ext cx="4995226" cy="405640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9599534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 not remove" hidden="1">
            <a:extLst>
              <a:ext uri="{FF2B5EF4-FFF2-40B4-BE49-F238E27FC236}">
                <a16:creationId xmlns:a16="http://schemas.microsoft.com/office/drawing/2014/main" id="{41C97D94-E359-4CDB-8AA4-6C854B6A481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0DB192B-D5E5-44F5-B44E-22ACE5120C9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26735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0DB192B-D5E5-44F5-B44E-22ACE5120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2F1C9A3A-2647-41D3-86B0-98D96592B8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6571" y="1412875"/>
            <a:ext cx="10354204" cy="4699591"/>
          </a:xfrm>
        </p:spPr>
        <p:txBody>
          <a:bodyPr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A3A2B01-113B-4C33-AA49-A5A6EDE24E80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C367E29F-2C80-4F26-BB2F-68BA9185DEC4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8CBE303B-03C1-4CEC-B095-F75B3D9E9A5C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FFA159D-0989-B919-70B0-6E5BA75179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3437842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>
            <a:extLst>
              <a:ext uri="{FF2B5EF4-FFF2-40B4-BE49-F238E27FC236}">
                <a16:creationId xmlns:a16="http://schemas.microsoft.com/office/drawing/2014/main" id="{29FCFEEE-71C8-4EBE-A412-2F4D05B663A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795333E-4196-4B8D-B408-4C63349C269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647052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795333E-4196-4B8D-B408-4C63349C2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hoek 1" hidden="1">
            <a:extLst>
              <a:ext uri="{FF2B5EF4-FFF2-40B4-BE49-F238E27FC236}">
                <a16:creationId xmlns:a16="http://schemas.microsoft.com/office/drawing/2014/main" id="{5135DB40-77B6-4DB8-B6B9-9E2748DC697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CD67B-69D5-4621-B360-E3FA78DCACB2}" type="datetime1">
              <a:rPr lang="nl-NL" smtClean="0"/>
              <a:t>19-7-2026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5F1BD43B-C994-4D36-A2AF-84B37ADB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9805268-88F5-D20D-5092-E0238A6182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942551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12BA317-CB49-4111-BC65-61225EAE32D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79340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12BA317-CB49-4111-BC65-61225EAE3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708D3B-96BA-49AC-A318-6A1EC49A260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B778-B5CF-4BB1-B112-A9657907AD62}" type="datetime1">
              <a:rPr lang="nl-NL" smtClean="0"/>
              <a:t>19-7-2026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549BA-C827-4E6D-A333-EA477850B0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4240" y="3200400"/>
            <a:ext cx="8229600" cy="521677"/>
          </a:xfrm>
        </p:spPr>
        <p:txBody>
          <a:bodyPr>
            <a:noAutofit/>
          </a:bodyPr>
          <a:lstStyle>
            <a:lvl1pPr marL="514350" indent="-514350">
              <a:buFont typeface="+mj-lt"/>
              <a:buAutoNum type="alphaUcPeriod"/>
              <a:defRPr sz="2000" b="1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1pPr>
            <a:lvl2pPr marL="515938" indent="-514350">
              <a:buFont typeface="+mj-lt"/>
              <a:buAutoNum type="arabicPeriod"/>
              <a:defRPr sz="2000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2pPr>
          </a:lstStyle>
          <a:p>
            <a:pPr lvl="0"/>
            <a:r>
              <a:rPr lang="nl-NL"/>
              <a:t>Section topic</a:t>
            </a:r>
          </a:p>
          <a:p>
            <a:pPr lvl="1"/>
            <a:r>
              <a:rPr lang="nl-NL"/>
              <a:t>Subsection topic</a:t>
            </a:r>
          </a:p>
        </p:txBody>
      </p:sp>
    </p:spTree>
    <p:extLst>
      <p:ext uri="{BB962C8B-B14F-4D97-AF65-F5344CB8AC3E}">
        <p14:creationId xmlns:p14="http://schemas.microsoft.com/office/powerpoint/2010/main" val="280304014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CB8B63-E6EC-41CD-8777-1A7BFC46027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276369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CB8B63-E6EC-41CD-8777-1A7BFC46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8AFDFB8E-B338-4115-8EB5-9AE0320B279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4C8372-F7FD-40C5-BD69-B372280C139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6E76F-C067-4DA5-8FE1-FAB4A628BDB1}" type="datetime1">
              <a:rPr lang="nl-NL" smtClean="0"/>
              <a:t>19-7-2026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grpSp>
        <p:nvGrpSpPr>
          <p:cNvPr id="12" name="Agenda Level 3" hidden="1">
            <a:extLst>
              <a:ext uri="{FF2B5EF4-FFF2-40B4-BE49-F238E27FC236}">
                <a16:creationId xmlns:a16="http://schemas.microsoft.com/office/drawing/2014/main" id="{5B0359CF-B858-41B9-B1EB-233C89B1B186}"/>
              </a:ext>
            </a:extLst>
          </p:cNvPr>
          <p:cNvGrpSpPr/>
          <p:nvPr/>
        </p:nvGrpSpPr>
        <p:grpSpPr>
          <a:xfrm>
            <a:off x="1956384" y="3840480"/>
            <a:ext cx="7329856" cy="369332"/>
            <a:chOff x="1356945" y="1998175"/>
            <a:chExt cx="7329856" cy="369332"/>
          </a:xfrm>
        </p:grpSpPr>
        <p:sp>
          <p:nvSpPr>
            <p:cNvPr id="13" name="DH Agenda 2 Topic" hidden="1">
              <a:extLst>
                <a:ext uri="{FF2B5EF4-FFF2-40B4-BE49-F238E27FC236}">
                  <a16:creationId xmlns:a16="http://schemas.microsoft.com/office/drawing/2014/main" id="{C384A691-12EE-494D-A05C-73C92A1AF8CD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933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4" name="DH Agenda 2 Page" hidden="1">
              <a:extLst>
                <a:ext uri="{FF2B5EF4-FFF2-40B4-BE49-F238E27FC236}">
                  <a16:creationId xmlns:a16="http://schemas.microsoft.com/office/drawing/2014/main" id="{5AE81248-9AF0-449E-8C05-160AA7EA040D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</p:grpSp>
      <p:grpSp>
        <p:nvGrpSpPr>
          <p:cNvPr id="15" name="Agenda Level 2 Active" hidden="1">
            <a:extLst>
              <a:ext uri="{FF2B5EF4-FFF2-40B4-BE49-F238E27FC236}">
                <a16:creationId xmlns:a16="http://schemas.microsoft.com/office/drawing/2014/main" id="{9DF22DB4-5BC8-43B8-950B-42E48DA018C4}"/>
              </a:ext>
            </a:extLst>
          </p:cNvPr>
          <p:cNvGrpSpPr/>
          <p:nvPr/>
        </p:nvGrpSpPr>
        <p:grpSpPr>
          <a:xfrm>
            <a:off x="1505047" y="3388587"/>
            <a:ext cx="7781194" cy="369332"/>
            <a:chOff x="905607" y="2443707"/>
            <a:chExt cx="7781194" cy="369332"/>
          </a:xfrm>
        </p:grpSpPr>
        <p:sp>
          <p:nvSpPr>
            <p:cNvPr id="16" name="DH Agenda 2 Topic Active" hidden="1">
              <a:extLst>
                <a:ext uri="{FF2B5EF4-FFF2-40B4-BE49-F238E27FC236}">
                  <a16:creationId xmlns:a16="http://schemas.microsoft.com/office/drawing/2014/main" id="{6BD85BDE-0BC8-4BE4-A945-99D8149707C2}"/>
                </a:ext>
              </a:extLst>
            </p:cNvPr>
            <p:cNvSpPr txBox="1"/>
            <p:nvPr userDrawn="1"/>
          </p:nvSpPr>
          <p:spPr>
            <a:xfrm>
              <a:off x="1356945" y="2443707"/>
              <a:ext cx="6796456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7" name="DH Agenda 2 Page Active" hidden="1">
              <a:extLst>
                <a:ext uri="{FF2B5EF4-FFF2-40B4-BE49-F238E27FC236}">
                  <a16:creationId xmlns:a16="http://schemas.microsoft.com/office/drawing/2014/main" id="{AF2ADD53-DC76-43FF-8E6F-4CC41A9636A0}"/>
                </a:ext>
              </a:extLst>
            </p:cNvPr>
            <p:cNvSpPr txBox="1"/>
            <p:nvPr userDrawn="1"/>
          </p:nvSpPr>
          <p:spPr>
            <a:xfrm>
              <a:off x="8153401" y="2443707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18" name="DH Agenda 2 Section Active" hidden="1">
              <a:extLst>
                <a:ext uri="{FF2B5EF4-FFF2-40B4-BE49-F238E27FC236}">
                  <a16:creationId xmlns:a16="http://schemas.microsoft.com/office/drawing/2014/main" id="{E09D3EF8-ED30-48B1-B16C-F972B40DD64F}"/>
                </a:ext>
              </a:extLst>
            </p:cNvPr>
            <p:cNvSpPr txBox="1"/>
            <p:nvPr userDrawn="1"/>
          </p:nvSpPr>
          <p:spPr>
            <a:xfrm>
              <a:off x="905607" y="2443707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19" name="Agenda Level 2" hidden="1">
            <a:extLst>
              <a:ext uri="{FF2B5EF4-FFF2-40B4-BE49-F238E27FC236}">
                <a16:creationId xmlns:a16="http://schemas.microsoft.com/office/drawing/2014/main" id="{51A6938B-688B-4AE3-A47B-8B7A3073EC17}"/>
              </a:ext>
            </a:extLst>
          </p:cNvPr>
          <p:cNvGrpSpPr/>
          <p:nvPr/>
        </p:nvGrpSpPr>
        <p:grpSpPr>
          <a:xfrm>
            <a:off x="1505047" y="2943055"/>
            <a:ext cx="7781194" cy="369332"/>
            <a:chOff x="905607" y="1998175"/>
            <a:chExt cx="7781194" cy="369332"/>
          </a:xfrm>
        </p:grpSpPr>
        <p:sp>
          <p:nvSpPr>
            <p:cNvPr id="20" name="DH Agenda 2 Topic" hidden="1">
              <a:extLst>
                <a:ext uri="{FF2B5EF4-FFF2-40B4-BE49-F238E27FC236}">
                  <a16:creationId xmlns:a16="http://schemas.microsoft.com/office/drawing/2014/main" id="{7BF313F4-2175-4B9E-8E71-76C8F97529F1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2971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1" name="DH Agenda 2 Page" hidden="1">
              <a:extLst>
                <a:ext uri="{FF2B5EF4-FFF2-40B4-BE49-F238E27FC236}">
                  <a16:creationId xmlns:a16="http://schemas.microsoft.com/office/drawing/2014/main" id="{2D593BDF-C4FF-4AFC-B638-49A0C20ED5F2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2" name="DH Agenda 2 Section" hidden="1">
              <a:extLst>
                <a:ext uri="{FF2B5EF4-FFF2-40B4-BE49-F238E27FC236}">
                  <a16:creationId xmlns:a16="http://schemas.microsoft.com/office/drawing/2014/main" id="{87578FF0-6C9E-4F40-B967-E19EB6B67C3C}"/>
                </a:ext>
              </a:extLst>
            </p:cNvPr>
            <p:cNvSpPr txBox="1"/>
            <p:nvPr userDrawn="1"/>
          </p:nvSpPr>
          <p:spPr>
            <a:xfrm>
              <a:off x="905607" y="1998175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3" name="Agenda Level 1 Active" hidden="1">
            <a:extLst>
              <a:ext uri="{FF2B5EF4-FFF2-40B4-BE49-F238E27FC236}">
                <a16:creationId xmlns:a16="http://schemas.microsoft.com/office/drawing/2014/main" id="{263C6B46-599B-482E-B33F-3BA5BFB66AC5}"/>
              </a:ext>
            </a:extLst>
          </p:cNvPr>
          <p:cNvGrpSpPr/>
          <p:nvPr/>
        </p:nvGrpSpPr>
        <p:grpSpPr>
          <a:xfrm>
            <a:off x="1053709" y="2495062"/>
            <a:ext cx="8235462" cy="369332"/>
            <a:chOff x="454269" y="1550182"/>
            <a:chExt cx="8235462" cy="369332"/>
          </a:xfrm>
        </p:grpSpPr>
        <p:sp>
          <p:nvSpPr>
            <p:cNvPr id="24" name="DH Agenda 1 Topic Active" hidden="1">
              <a:extLst>
                <a:ext uri="{FF2B5EF4-FFF2-40B4-BE49-F238E27FC236}">
                  <a16:creationId xmlns:a16="http://schemas.microsoft.com/office/drawing/2014/main" id="{ADFB442B-0202-4781-A0E4-FD7351DBDDA8}"/>
                </a:ext>
              </a:extLst>
            </p:cNvPr>
            <p:cNvSpPr txBox="1"/>
            <p:nvPr userDrawn="1"/>
          </p:nvSpPr>
          <p:spPr>
            <a:xfrm>
              <a:off x="905607" y="1550182"/>
              <a:ext cx="7253655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5" name="DH Agenda 1 Page Active" hidden="1">
              <a:extLst>
                <a:ext uri="{FF2B5EF4-FFF2-40B4-BE49-F238E27FC236}">
                  <a16:creationId xmlns:a16="http://schemas.microsoft.com/office/drawing/2014/main" id="{FBD434D3-F2D0-4A22-8195-6261B0C09FB4}"/>
                </a:ext>
              </a:extLst>
            </p:cNvPr>
            <p:cNvSpPr txBox="1"/>
            <p:nvPr userDrawn="1"/>
          </p:nvSpPr>
          <p:spPr>
            <a:xfrm>
              <a:off x="8156331" y="1550182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rIns="9144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6" name="DH Agenda 1 Section Active" hidden="1">
              <a:extLst>
                <a:ext uri="{FF2B5EF4-FFF2-40B4-BE49-F238E27FC236}">
                  <a16:creationId xmlns:a16="http://schemas.microsoft.com/office/drawing/2014/main" id="{5D2E2E40-1CF7-40CB-8284-4F5BB3B4E5A2}"/>
                </a:ext>
              </a:extLst>
            </p:cNvPr>
            <p:cNvSpPr txBox="1"/>
            <p:nvPr userDrawn="1"/>
          </p:nvSpPr>
          <p:spPr>
            <a:xfrm>
              <a:off x="454269" y="1550182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7" name="Agenda Level 1" hidden="1">
            <a:extLst>
              <a:ext uri="{FF2B5EF4-FFF2-40B4-BE49-F238E27FC236}">
                <a16:creationId xmlns:a16="http://schemas.microsoft.com/office/drawing/2014/main" id="{471378AF-BD3F-4918-8D6B-EF337A638810}"/>
              </a:ext>
            </a:extLst>
          </p:cNvPr>
          <p:cNvGrpSpPr/>
          <p:nvPr/>
        </p:nvGrpSpPr>
        <p:grpSpPr>
          <a:xfrm>
            <a:off x="1050779" y="2052710"/>
            <a:ext cx="8241323" cy="369332"/>
            <a:chOff x="451339" y="1107830"/>
            <a:chExt cx="8241323" cy="369332"/>
          </a:xfrm>
        </p:grpSpPr>
        <p:sp>
          <p:nvSpPr>
            <p:cNvPr id="28" name="DH Agenda 1 Topic" hidden="1">
              <a:extLst>
                <a:ext uri="{FF2B5EF4-FFF2-40B4-BE49-F238E27FC236}">
                  <a16:creationId xmlns:a16="http://schemas.microsoft.com/office/drawing/2014/main" id="{3FBE09AA-2FEB-4E1E-ACF2-3A08F5F3493F}"/>
                </a:ext>
              </a:extLst>
            </p:cNvPr>
            <p:cNvSpPr txBox="1"/>
            <p:nvPr userDrawn="1"/>
          </p:nvSpPr>
          <p:spPr>
            <a:xfrm>
              <a:off x="908538" y="1107830"/>
              <a:ext cx="7250724" cy="369332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9" name="DH Agenda 1 Page" hidden="1">
              <a:extLst>
                <a:ext uri="{FF2B5EF4-FFF2-40B4-BE49-F238E27FC236}">
                  <a16:creationId xmlns:a16="http://schemas.microsoft.com/office/drawing/2014/main" id="{3904C38F-113E-4D0A-8676-BD955F2C686E}"/>
                </a:ext>
              </a:extLst>
            </p:cNvPr>
            <p:cNvSpPr txBox="1"/>
            <p:nvPr userDrawn="1"/>
          </p:nvSpPr>
          <p:spPr>
            <a:xfrm>
              <a:off x="8229600" y="1107830"/>
              <a:ext cx="463062" cy="369332"/>
            </a:xfrm>
            <a:prstGeom prst="rect">
              <a:avLst/>
            </a:prstGeom>
            <a:noFill/>
          </p:spPr>
          <p:txBody>
            <a:bodyPr wrap="none" lIns="0" tIns="0" rIns="9144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30" name="DH Agenda 1 Section" hidden="1">
              <a:extLst>
                <a:ext uri="{FF2B5EF4-FFF2-40B4-BE49-F238E27FC236}">
                  <a16:creationId xmlns:a16="http://schemas.microsoft.com/office/drawing/2014/main" id="{AA9BCB67-4EE1-49A4-BAE5-5703450A5C8F}"/>
                </a:ext>
              </a:extLst>
            </p:cNvPr>
            <p:cNvSpPr txBox="1"/>
            <p:nvPr userDrawn="1"/>
          </p:nvSpPr>
          <p:spPr>
            <a:xfrm>
              <a:off x="451339" y="1107830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9EE57F6-1A53-4F02-A6AF-5F6BA1AD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4FFE759-9780-1FFC-A53C-D1FC499B1F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253116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inkce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0BAF37B-CBAA-4A56-9823-B0690C8359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16988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0BAF37B-CBAA-4A56-9823-B0690C835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FE145BFF-80C0-4A00-8175-4DE129AD7CB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6B56B136-50A1-4058-9DB0-B22C93D2585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7394-15A3-4B0C-A066-F6A81E3B4175}" type="datetime1">
              <a:rPr lang="nl-NL" smtClean="0"/>
              <a:t>19-7-2026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D54197B-B02F-40CE-A70C-7A66FFD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205245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A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42A292A-4CFA-458B-AD58-23710006507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195427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42A292A-4CFA-458B-AD58-237100065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 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Institute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41277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E8CDB6-96D7-4275-9F43-F0B8209528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F4F26B-20D0-4AFA-B0BC-D633D20BA4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F09BBC6-0CDE-45A1-830C-FC0B5B38958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44328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7CA2F83-010F-4F1A-AD3D-645400D8D94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35315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7CA2F83-010F-4F1A-AD3D-645400D8D9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05825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CE7CF1F-2AEB-4B5B-89A4-9456B31A8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976300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CE7CF1F-2AEB-4B5B-89A4-9456B31A8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56325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152908A-8DD9-EB21-D479-4236FF2AC76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010832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1" imgH="501" progId="TCLayout.ActiveDocument.1">
                  <p:embed/>
                </p:oleObj>
              </mc:Choice>
              <mc:Fallback>
                <p:oleObj name="think-cell Slide" r:id="rId4" imgW="501" imgH="5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52908A-8DD9-EB21-D479-4236FF2AC7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669212-A33D-4C67-A7FA-4DB314F2A57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16" y="1739676"/>
            <a:ext cx="4695717" cy="2387600"/>
          </a:xfrm>
        </p:spPr>
        <p:txBody>
          <a:bodyPr vert="horz" anchor="b">
            <a:normAutofit/>
          </a:bodyPr>
          <a:lstStyle>
            <a:lvl1pPr algn="l" rtl="0">
              <a:lnSpc>
                <a:spcPct val="95000"/>
              </a:lnSpc>
              <a:defRPr sz="3727" b="1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0"/>
          </p:nvPr>
        </p:nvSpPr>
        <p:spPr>
          <a:xfrm>
            <a:off x="6921494" y="2"/>
            <a:ext cx="5270507" cy="6857999"/>
          </a:xfrm>
          <a:custGeom>
            <a:avLst/>
            <a:gdLst>
              <a:gd name="connsiteX0" fmla="*/ 222245 w 6995946"/>
              <a:gd name="connsiteY0" fmla="*/ 0 h 10158412"/>
              <a:gd name="connsiteX1" fmla="*/ 6995946 w 6995946"/>
              <a:gd name="connsiteY1" fmla="*/ 0 h 10158412"/>
              <a:gd name="connsiteX2" fmla="*/ 6995946 w 6995946"/>
              <a:gd name="connsiteY2" fmla="*/ 10158412 h 10158412"/>
              <a:gd name="connsiteX3" fmla="*/ 1379646 w 6995946"/>
              <a:gd name="connsiteY3" fmla="*/ 10158412 h 10158412"/>
              <a:gd name="connsiteX4" fmla="*/ 1349932 w 6995946"/>
              <a:gd name="connsiteY4" fmla="*/ 10085685 h 10158412"/>
              <a:gd name="connsiteX5" fmla="*/ 0 w 6995946"/>
              <a:gd name="connsiteY5" fmla="*/ 2949553 h 10158412"/>
              <a:gd name="connsiteX6" fmla="*/ 156361 w 6995946"/>
              <a:gd name="connsiteY6" fmla="*/ 470839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946" h="10158412">
                <a:moveTo>
                  <a:pt x="222245" y="0"/>
                </a:moveTo>
                <a:lnTo>
                  <a:pt x="6995946" y="0"/>
                </a:lnTo>
                <a:lnTo>
                  <a:pt x="6995946" y="10158412"/>
                </a:lnTo>
                <a:lnTo>
                  <a:pt x="1379646" y="10158412"/>
                </a:lnTo>
                <a:lnTo>
                  <a:pt x="1349932" y="10085685"/>
                </a:lnTo>
                <a:cubicBezTo>
                  <a:pt x="478637" y="7876086"/>
                  <a:pt x="0" y="5468715"/>
                  <a:pt x="0" y="2949553"/>
                </a:cubicBezTo>
                <a:cubicBezTo>
                  <a:pt x="0" y="2109833"/>
                  <a:pt x="53182" y="1282533"/>
                  <a:pt x="156361" y="470839"/>
                </a:cubicBez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/>
            </a:lvl1pPr>
          </a:lstStyle>
          <a:p>
            <a:r>
              <a:rPr lang="nl-NL" dirty="0"/>
              <a:t>Klik op het pictogram als u een afbeelding wilt toevoegen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3395915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34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3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0841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895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endParaRPr lang="nl-NL" sz="895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993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895" b="0" u="sng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895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895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endParaRPr lang="nl-NL" sz="895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993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knop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Foto bijsnijden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A57C3E4-7B36-4108-AAB5-5B73F8B1ADB8}"/>
              </a:ext>
            </a:extLst>
          </p:cNvPr>
          <p:cNvSpPr/>
          <p:nvPr/>
        </p:nvSpPr>
        <p:spPr>
          <a:xfrm>
            <a:off x="1335179" y="0"/>
            <a:ext cx="1211736" cy="12539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nl-NL" sz="1211" dirty="0"/>
          </a:p>
        </p:txBody>
      </p:sp>
      <p:pic>
        <p:nvPicPr>
          <p:cNvPr id="8" name="Afbeelding 7" descr="Afbeelding met tekening&#10;&#10;Automatisch gegenereerde beschrijving">
            <a:extLst>
              <a:ext uri="{FF2B5EF4-FFF2-40B4-BE49-F238E27FC236}">
                <a16:creationId xmlns:a16="http://schemas.microsoft.com/office/drawing/2014/main" id="{64013F35-4409-43EE-BB76-3552393091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104" y="196871"/>
            <a:ext cx="707048" cy="866540"/>
          </a:xfrm>
          <a:prstGeom prst="rect">
            <a:avLst/>
          </a:prstGeom>
        </p:spPr>
      </p:pic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8E5ECA76-BEF6-46C0-AE5A-CA8816882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515" y="4351876"/>
            <a:ext cx="4696178" cy="2152034"/>
          </a:xfrm>
        </p:spPr>
        <p:txBody>
          <a:bodyPr>
            <a:noAutofit/>
          </a:bodyPr>
          <a:lstStyle>
            <a:lvl1pPr rtl="0">
              <a:lnSpc>
                <a:spcPct val="95000"/>
              </a:lnSpc>
              <a:defRPr sz="2355">
                <a:solidFill>
                  <a:schemeClr val="accent2"/>
                </a:solidFill>
                <a:latin typeface="+mn-lt"/>
              </a:defRPr>
            </a:lvl1pPr>
            <a:lvl2pPr>
              <a:defRPr sz="2355"/>
            </a:lvl2pPr>
            <a:lvl3pPr>
              <a:defRPr sz="2355"/>
            </a:lvl3pPr>
            <a:lvl4pPr>
              <a:defRPr sz="2355"/>
            </a:lvl4pPr>
            <a:lvl5pPr>
              <a:defRPr sz="2355"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48207827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o not remove" hidden="1">
            <a:extLst>
              <a:ext uri="{FF2B5EF4-FFF2-40B4-BE49-F238E27FC236}">
                <a16:creationId xmlns:a16="http://schemas.microsoft.com/office/drawing/2014/main" id="{BCEF58F7-93C1-0017-28D7-1D6DA445AD6D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601" cy="8574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1800" dirty="0"/>
          </a:p>
        </p:txBody>
      </p:sp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0DB192B-D5E5-44F5-B44E-22ACE5120C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87150660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0DB192B-D5E5-44F5-B44E-22ACE5120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2F1C9A3A-2647-41D3-86B0-98D96592B873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6571" y="1916113"/>
            <a:ext cx="10354204" cy="4196353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A3A2B01-113B-4C33-AA49-A5A6EDE24E80}"/>
              </a:ext>
            </a:extLst>
          </p:cNvPr>
          <p:cNvGrpSpPr/>
          <p:nvPr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C367E29F-2C80-4F26-BB2F-68BA9185DEC4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8CBE303B-03C1-4CEC-B095-F75B3D9E9A5C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3732353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o not remove" hidden="1">
            <a:extLst>
              <a:ext uri="{FF2B5EF4-FFF2-40B4-BE49-F238E27FC236}">
                <a16:creationId xmlns:a16="http://schemas.microsoft.com/office/drawing/2014/main" id="{82B9CFF0-AB35-B0AB-11FC-BC33F5172617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601" cy="8574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1800" dirty="0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795333E-4196-4B8D-B408-4C63349C26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71635205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795333E-4196-4B8D-B408-4C63349C2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hoek 1" hidden="1">
            <a:extLst>
              <a:ext uri="{FF2B5EF4-FFF2-40B4-BE49-F238E27FC236}">
                <a16:creationId xmlns:a16="http://schemas.microsoft.com/office/drawing/2014/main" id="{5135DB40-77B6-4DB8-B6B9-9E2748DC697A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 userDrawn="1"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5F1BD43B-C994-4D36-A2AF-84B37ADB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400525602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58F948D-D74C-6309-92C5-780970FA007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7142355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58F948D-D74C-6309-92C5-780970FA00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712F95B7-2130-4571-9696-891B52F7B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6601" y="1376328"/>
            <a:ext cx="3004497" cy="368223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DE852AB-BD76-499B-839A-BF2FDF6FAB17}"/>
              </a:ext>
            </a:extLst>
          </p:cNvPr>
          <p:cNvSpPr txBox="1"/>
          <p:nvPr/>
        </p:nvSpPr>
        <p:spPr>
          <a:xfrm>
            <a:off x="3592996" y="5395935"/>
            <a:ext cx="5026010" cy="425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lnSpc>
                <a:spcPct val="110000"/>
              </a:lnSpc>
            </a:pPr>
            <a:r>
              <a:rPr lang="nl-NL" sz="2153" b="1" dirty="0" err="1">
                <a:solidFill>
                  <a:srgbClr val="5A5A5C"/>
                </a:solidFill>
                <a:latin typeface="+mj-lt"/>
              </a:rPr>
              <a:t>Achieving</a:t>
            </a:r>
            <a:r>
              <a:rPr lang="nl-NL" sz="2153" b="1" dirty="0">
                <a:solidFill>
                  <a:srgbClr val="5A5A5C"/>
                </a:solidFill>
                <a:latin typeface="+mj-lt"/>
              </a:rPr>
              <a:t> </a:t>
            </a:r>
            <a:r>
              <a:rPr lang="nl-NL" sz="2153" b="1" dirty="0" err="1">
                <a:solidFill>
                  <a:srgbClr val="5A5A5C"/>
                </a:solidFill>
                <a:latin typeface="+mj-lt"/>
              </a:rPr>
              <a:t>better</a:t>
            </a:r>
            <a:r>
              <a:rPr lang="nl-NL" sz="2153" b="1" dirty="0">
                <a:solidFill>
                  <a:srgbClr val="5A5A5C"/>
                </a:solidFill>
                <a:latin typeface="+mj-lt"/>
              </a:rPr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3938772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9">
          <p15:clr>
            <a:srgbClr val="FBAE40"/>
          </p15:clr>
        </p15:guide>
        <p15:guide id="2" pos="567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F12BB4C-1063-4CED-AB13-50851ADE0F2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850749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F12BB4C-1063-4CED-AB13-50851ADE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3019635F-5222-42EE-8B42-C3DED0B4F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0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6" y="811747"/>
            <a:ext cx="10369550" cy="2242911"/>
          </a:xfrm>
        </p:spPr>
        <p:txBody>
          <a:bodyPr vert="horz"/>
          <a:lstStyle>
            <a:lvl1pPr rtl="0">
              <a:defRPr b="0"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0673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34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3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 rtl="0">
              <a:lnSpc>
                <a:spcPct val="120000"/>
              </a:lnSpc>
            </a:pP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895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 rtl="0">
              <a:lnSpc>
                <a:spcPct val="120000"/>
              </a:lnSpc>
            </a:pPr>
            <a:endParaRPr lang="nl-NL" sz="895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AD2355-E409-4097-9ACB-8D4CC7669A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97" y="3248854"/>
            <a:ext cx="4995226" cy="28636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704D24-9BD4-4818-8BE8-C1C13B6D5D3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5549" y="3248854"/>
            <a:ext cx="4995226" cy="28636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51237414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 met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D8E57C4-A855-4C64-89C8-79272F5879F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548767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D8E57C4-A855-4C64-89C8-79272F587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15770641-A7D3-495E-8BFB-0F5C49D40DF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904" y="811748"/>
            <a:ext cx="4995374" cy="1083523"/>
          </a:xfrm>
        </p:spPr>
        <p:txBody>
          <a:bodyPr vert="horz"/>
          <a:lstStyle>
            <a:lvl1pPr rtl="0">
              <a:defRPr b="1"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0673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34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3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 rtl="0">
              <a:lnSpc>
                <a:spcPct val="120000"/>
              </a:lnSpc>
            </a:pP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895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 rtl="0">
              <a:lnSpc>
                <a:spcPct val="120000"/>
              </a:lnSpc>
            </a:pPr>
            <a:endParaRPr lang="nl-NL" sz="895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65881213-7370-4484-AC51-C2269F145C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2"/>
            <a:ext cx="5050589" cy="6857999"/>
          </a:xfrm>
          <a:custGeom>
            <a:avLst/>
            <a:gdLst>
              <a:gd name="connsiteX0" fmla="*/ 0 w 7385318"/>
              <a:gd name="connsiteY0" fmla="*/ 0 h 10158412"/>
              <a:gd name="connsiteX1" fmla="*/ 5969510 w 7385318"/>
              <a:gd name="connsiteY1" fmla="*/ 0 h 10158412"/>
              <a:gd name="connsiteX2" fmla="*/ 6081178 w 7385318"/>
              <a:gd name="connsiteY2" fmla="*/ 273312 h 10158412"/>
              <a:gd name="connsiteX3" fmla="*/ 7385318 w 7385318"/>
              <a:gd name="connsiteY3" fmla="*/ 7167378 h 10158412"/>
              <a:gd name="connsiteX4" fmla="*/ 7168681 w 7385318"/>
              <a:gd name="connsiteY4" fmla="*/ 10030673 h 10158412"/>
              <a:gd name="connsiteX5" fmla="*/ 7147518 w 7385318"/>
              <a:gd name="connsiteY5" fmla="*/ 10158412 h 10158412"/>
              <a:gd name="connsiteX6" fmla="*/ 0 w 7385318"/>
              <a:gd name="connsiteY6" fmla="*/ 10158412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318" h="10158412">
                <a:moveTo>
                  <a:pt x="0" y="0"/>
                </a:moveTo>
                <a:lnTo>
                  <a:pt x="5969510" y="0"/>
                </a:lnTo>
                <a:lnTo>
                  <a:pt x="6081178" y="273312"/>
                </a:lnTo>
                <a:cubicBezTo>
                  <a:pt x="6922917" y="2407959"/>
                  <a:pt x="7385318" y="4733669"/>
                  <a:pt x="7385318" y="7167378"/>
                </a:cubicBezTo>
                <a:cubicBezTo>
                  <a:pt x="7385318" y="8140862"/>
                  <a:pt x="7311334" y="9097065"/>
                  <a:pt x="7168681" y="10030673"/>
                </a:cubicBezTo>
                <a:lnTo>
                  <a:pt x="7147518" y="10158412"/>
                </a:lnTo>
                <a:lnTo>
                  <a:pt x="0" y="10158412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/>
            </a:lvl1pPr>
          </a:lstStyle>
          <a:p>
            <a:r>
              <a:rPr lang="nl-NL" dirty="0"/>
              <a:t>Klik op het pictogram als u een afbeelding wilt toevoegen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64997-162D-4341-8D5F-57F8B3B5BB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91905" y="2056062"/>
            <a:ext cx="4995226" cy="4056404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21810517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12BA317-CB49-4111-BC65-61225EAE32D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5189025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12BA317-CB49-4111-BC65-61225EAE3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708D3B-96BA-49AC-A318-6A1EC49A26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549BA-C827-4E6D-A333-EA477850B0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4241" y="3200401"/>
            <a:ext cx="8229600" cy="521677"/>
          </a:xfrm>
        </p:spPr>
        <p:txBody>
          <a:bodyPr>
            <a:noAutofit/>
          </a:bodyPr>
          <a:lstStyle>
            <a:lvl1pPr marL="512731" indent="-512731" rtl="0">
              <a:buFont typeface="+mj-lt"/>
              <a:buAutoNum type="alphaUcPeriod"/>
              <a:defRPr sz="1994" b="1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1pPr>
            <a:lvl2pPr marL="514314" indent="-512731" rtl="0">
              <a:buFont typeface="+mj-lt"/>
              <a:buAutoNum type="arabicPeriod"/>
              <a:defRPr sz="1994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2pPr>
          </a:lstStyle>
          <a:p>
            <a:pPr lvl="0"/>
            <a:r>
              <a:rPr lang="nl-NL" dirty="0" err="1"/>
              <a:t>Section</a:t>
            </a:r>
            <a:r>
              <a:rPr lang="nl-NL" dirty="0"/>
              <a:t> topic</a:t>
            </a:r>
          </a:p>
          <a:p>
            <a:pPr lvl="1"/>
            <a:r>
              <a:rPr lang="nl-NL" dirty="0" err="1"/>
              <a:t>Subsection</a:t>
            </a:r>
            <a:r>
              <a:rPr lang="nl-NL" dirty="0"/>
              <a:t> topic</a:t>
            </a:r>
          </a:p>
        </p:txBody>
      </p:sp>
    </p:spTree>
    <p:extLst>
      <p:ext uri="{BB962C8B-B14F-4D97-AF65-F5344CB8AC3E}">
        <p14:creationId xmlns:p14="http://schemas.microsoft.com/office/powerpoint/2010/main" val="273177800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CB8B63-E6EC-41CD-8777-1A7BFC46027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5360667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CB8B63-E6EC-41CD-8777-1A7BFC46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4C8372-F7FD-40C5-BD69-B372280C139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grpSp>
        <p:nvGrpSpPr>
          <p:cNvPr id="12" name="Agenda Level 3" hidden="1">
            <a:extLst>
              <a:ext uri="{FF2B5EF4-FFF2-40B4-BE49-F238E27FC236}">
                <a16:creationId xmlns:a16="http://schemas.microsoft.com/office/drawing/2014/main" id="{5B0359CF-B858-41B9-B1EB-233C89B1B186}"/>
              </a:ext>
            </a:extLst>
          </p:cNvPr>
          <p:cNvGrpSpPr/>
          <p:nvPr userDrawn="1"/>
        </p:nvGrpSpPr>
        <p:grpSpPr>
          <a:xfrm>
            <a:off x="1956384" y="3840480"/>
            <a:ext cx="7329856" cy="369332"/>
            <a:chOff x="1356945" y="1998175"/>
            <a:chExt cx="7329856" cy="369332"/>
          </a:xfrm>
        </p:grpSpPr>
        <p:sp>
          <p:nvSpPr>
            <p:cNvPr id="13" name="DH Agenda 2 Topic" hidden="1">
              <a:extLst>
                <a:ext uri="{FF2B5EF4-FFF2-40B4-BE49-F238E27FC236}">
                  <a16:creationId xmlns:a16="http://schemas.microsoft.com/office/drawing/2014/main" id="{C384A691-12EE-494D-A05C-73C92A1AF8CD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933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marL="344986" indent="-344986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4" name="DH Agenda 2 Page" hidden="1">
              <a:extLst>
                <a:ext uri="{FF2B5EF4-FFF2-40B4-BE49-F238E27FC236}">
                  <a16:creationId xmlns:a16="http://schemas.microsoft.com/office/drawing/2014/main" id="{5AE81248-9AF0-449E-8C05-160AA7EA040D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</p:grpSp>
      <p:grpSp>
        <p:nvGrpSpPr>
          <p:cNvPr id="15" name="Agenda Level 2 Active" hidden="1">
            <a:extLst>
              <a:ext uri="{FF2B5EF4-FFF2-40B4-BE49-F238E27FC236}">
                <a16:creationId xmlns:a16="http://schemas.microsoft.com/office/drawing/2014/main" id="{9DF22DB4-5BC8-43B8-950B-42E48DA018C4}"/>
              </a:ext>
            </a:extLst>
          </p:cNvPr>
          <p:cNvGrpSpPr/>
          <p:nvPr userDrawn="1"/>
        </p:nvGrpSpPr>
        <p:grpSpPr>
          <a:xfrm>
            <a:off x="1505047" y="3388587"/>
            <a:ext cx="7781194" cy="369332"/>
            <a:chOff x="905607" y="2443707"/>
            <a:chExt cx="7781194" cy="369332"/>
          </a:xfrm>
        </p:grpSpPr>
        <p:sp>
          <p:nvSpPr>
            <p:cNvPr id="16" name="DH Agenda 2 Topic Active" hidden="1">
              <a:extLst>
                <a:ext uri="{FF2B5EF4-FFF2-40B4-BE49-F238E27FC236}">
                  <a16:creationId xmlns:a16="http://schemas.microsoft.com/office/drawing/2014/main" id="{6BD85BDE-0BC8-4BE4-A945-99D8149707C2}"/>
                </a:ext>
              </a:extLst>
            </p:cNvPr>
            <p:cNvSpPr txBox="1"/>
            <p:nvPr userDrawn="1"/>
          </p:nvSpPr>
          <p:spPr>
            <a:xfrm>
              <a:off x="1356945" y="2443707"/>
              <a:ext cx="6796456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4986" indent="-344986"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7" name="DH Agenda 2 Page Active" hidden="1">
              <a:extLst>
                <a:ext uri="{FF2B5EF4-FFF2-40B4-BE49-F238E27FC236}">
                  <a16:creationId xmlns:a16="http://schemas.microsoft.com/office/drawing/2014/main" id="{AF2ADD53-DC76-43FF-8E6F-4CC41A9636A0}"/>
                </a:ext>
              </a:extLst>
            </p:cNvPr>
            <p:cNvSpPr txBox="1"/>
            <p:nvPr userDrawn="1"/>
          </p:nvSpPr>
          <p:spPr>
            <a:xfrm>
              <a:off x="8153401" y="2443707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18" name="DH Agenda 2 Section Active" hidden="1">
              <a:extLst>
                <a:ext uri="{FF2B5EF4-FFF2-40B4-BE49-F238E27FC236}">
                  <a16:creationId xmlns:a16="http://schemas.microsoft.com/office/drawing/2014/main" id="{E09D3EF8-ED30-48B1-B16C-F972B40DD64F}"/>
                </a:ext>
              </a:extLst>
            </p:cNvPr>
            <p:cNvSpPr txBox="1"/>
            <p:nvPr userDrawn="1"/>
          </p:nvSpPr>
          <p:spPr>
            <a:xfrm>
              <a:off x="905607" y="2443707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19" name="Agenda Level 2" hidden="1">
            <a:extLst>
              <a:ext uri="{FF2B5EF4-FFF2-40B4-BE49-F238E27FC236}">
                <a16:creationId xmlns:a16="http://schemas.microsoft.com/office/drawing/2014/main" id="{51A6938B-688B-4AE3-A47B-8B7A3073EC17}"/>
              </a:ext>
            </a:extLst>
          </p:cNvPr>
          <p:cNvGrpSpPr/>
          <p:nvPr userDrawn="1"/>
        </p:nvGrpSpPr>
        <p:grpSpPr>
          <a:xfrm>
            <a:off x="1505047" y="2943055"/>
            <a:ext cx="7781194" cy="369332"/>
            <a:chOff x="905607" y="1998175"/>
            <a:chExt cx="7781194" cy="369332"/>
          </a:xfrm>
        </p:grpSpPr>
        <p:sp>
          <p:nvSpPr>
            <p:cNvPr id="20" name="DH Agenda 2 Topic" hidden="1">
              <a:extLst>
                <a:ext uri="{FF2B5EF4-FFF2-40B4-BE49-F238E27FC236}">
                  <a16:creationId xmlns:a16="http://schemas.microsoft.com/office/drawing/2014/main" id="{7BF313F4-2175-4B9E-8E71-76C8F97529F1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2971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4986" indent="-344986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1" name="DH Agenda 2 Page" hidden="1">
              <a:extLst>
                <a:ext uri="{FF2B5EF4-FFF2-40B4-BE49-F238E27FC236}">
                  <a16:creationId xmlns:a16="http://schemas.microsoft.com/office/drawing/2014/main" id="{2D593BDF-C4FF-4AFC-B638-49A0C20ED5F2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2" name="DH Agenda 2 Section" hidden="1">
              <a:extLst>
                <a:ext uri="{FF2B5EF4-FFF2-40B4-BE49-F238E27FC236}">
                  <a16:creationId xmlns:a16="http://schemas.microsoft.com/office/drawing/2014/main" id="{87578FF0-6C9E-4F40-B967-E19EB6B67C3C}"/>
                </a:ext>
              </a:extLst>
            </p:cNvPr>
            <p:cNvSpPr txBox="1"/>
            <p:nvPr userDrawn="1"/>
          </p:nvSpPr>
          <p:spPr>
            <a:xfrm>
              <a:off x="905607" y="1998175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3" name="Agenda Level 1 Active" hidden="1">
            <a:extLst>
              <a:ext uri="{FF2B5EF4-FFF2-40B4-BE49-F238E27FC236}">
                <a16:creationId xmlns:a16="http://schemas.microsoft.com/office/drawing/2014/main" id="{263C6B46-599B-482E-B33F-3BA5BFB66AC5}"/>
              </a:ext>
            </a:extLst>
          </p:cNvPr>
          <p:cNvGrpSpPr/>
          <p:nvPr userDrawn="1"/>
        </p:nvGrpSpPr>
        <p:grpSpPr>
          <a:xfrm>
            <a:off x="1053709" y="2495062"/>
            <a:ext cx="8235462" cy="369332"/>
            <a:chOff x="454269" y="1550182"/>
            <a:chExt cx="8235462" cy="369332"/>
          </a:xfrm>
        </p:grpSpPr>
        <p:sp>
          <p:nvSpPr>
            <p:cNvPr id="24" name="DH Agenda 1 Topic Active" hidden="1">
              <a:extLst>
                <a:ext uri="{FF2B5EF4-FFF2-40B4-BE49-F238E27FC236}">
                  <a16:creationId xmlns:a16="http://schemas.microsoft.com/office/drawing/2014/main" id="{ADFB442B-0202-4781-A0E4-FD7351DBDDA8}"/>
                </a:ext>
              </a:extLst>
            </p:cNvPr>
            <p:cNvSpPr txBox="1"/>
            <p:nvPr userDrawn="1"/>
          </p:nvSpPr>
          <p:spPr>
            <a:xfrm>
              <a:off x="905607" y="1550182"/>
              <a:ext cx="7253655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5" name="DH Agenda 1 Page Active" hidden="1">
              <a:extLst>
                <a:ext uri="{FF2B5EF4-FFF2-40B4-BE49-F238E27FC236}">
                  <a16:creationId xmlns:a16="http://schemas.microsoft.com/office/drawing/2014/main" id="{FBD434D3-F2D0-4A22-8195-6261B0C09FB4}"/>
                </a:ext>
              </a:extLst>
            </p:cNvPr>
            <p:cNvSpPr txBox="1"/>
            <p:nvPr userDrawn="1"/>
          </p:nvSpPr>
          <p:spPr>
            <a:xfrm>
              <a:off x="8156331" y="1550182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rIns="91440" bIns="0" rtlCol="0" anchor="ctr" anchorCtr="0">
              <a:noAutofit/>
            </a:bodyPr>
            <a:lstStyle/>
            <a:p>
              <a:pPr algn="r"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6" name="DH Agenda 1 Section Active" hidden="1">
              <a:extLst>
                <a:ext uri="{FF2B5EF4-FFF2-40B4-BE49-F238E27FC236}">
                  <a16:creationId xmlns:a16="http://schemas.microsoft.com/office/drawing/2014/main" id="{5D2E2E40-1CF7-40CB-8284-4F5BB3B4E5A2}"/>
                </a:ext>
              </a:extLst>
            </p:cNvPr>
            <p:cNvSpPr txBox="1"/>
            <p:nvPr userDrawn="1"/>
          </p:nvSpPr>
          <p:spPr>
            <a:xfrm>
              <a:off x="454269" y="1550182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7" name="Agenda Level 1" hidden="1">
            <a:extLst>
              <a:ext uri="{FF2B5EF4-FFF2-40B4-BE49-F238E27FC236}">
                <a16:creationId xmlns:a16="http://schemas.microsoft.com/office/drawing/2014/main" id="{471378AF-BD3F-4918-8D6B-EF337A638810}"/>
              </a:ext>
            </a:extLst>
          </p:cNvPr>
          <p:cNvGrpSpPr/>
          <p:nvPr userDrawn="1"/>
        </p:nvGrpSpPr>
        <p:grpSpPr>
          <a:xfrm>
            <a:off x="1050780" y="2052710"/>
            <a:ext cx="8241323" cy="369332"/>
            <a:chOff x="451339" y="1107830"/>
            <a:chExt cx="8241323" cy="369332"/>
          </a:xfrm>
        </p:grpSpPr>
        <p:sp>
          <p:nvSpPr>
            <p:cNvPr id="28" name="DH Agenda 1 Topic" hidden="1">
              <a:extLst>
                <a:ext uri="{FF2B5EF4-FFF2-40B4-BE49-F238E27FC236}">
                  <a16:creationId xmlns:a16="http://schemas.microsoft.com/office/drawing/2014/main" id="{3FBE09AA-2FEB-4E1E-ACF2-3A08F5F3493F}"/>
                </a:ext>
              </a:extLst>
            </p:cNvPr>
            <p:cNvSpPr txBox="1"/>
            <p:nvPr userDrawn="1"/>
          </p:nvSpPr>
          <p:spPr>
            <a:xfrm>
              <a:off x="908538" y="1107830"/>
              <a:ext cx="7250724" cy="369332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9" name="DH Agenda 1 Page" hidden="1">
              <a:extLst>
                <a:ext uri="{FF2B5EF4-FFF2-40B4-BE49-F238E27FC236}">
                  <a16:creationId xmlns:a16="http://schemas.microsoft.com/office/drawing/2014/main" id="{3904C38F-113E-4D0A-8676-BD955F2C686E}"/>
                </a:ext>
              </a:extLst>
            </p:cNvPr>
            <p:cNvSpPr txBox="1"/>
            <p:nvPr userDrawn="1"/>
          </p:nvSpPr>
          <p:spPr>
            <a:xfrm>
              <a:off x="8229600" y="1107830"/>
              <a:ext cx="463062" cy="369332"/>
            </a:xfrm>
            <a:prstGeom prst="rect">
              <a:avLst/>
            </a:prstGeom>
            <a:noFill/>
          </p:spPr>
          <p:txBody>
            <a:bodyPr wrap="none" lIns="0" tIns="0" rIns="91440" bIns="0" rtlCol="0" anchor="ctr" anchorCtr="0">
              <a:noAutofit/>
            </a:bodyPr>
            <a:lstStyle/>
            <a:p>
              <a:pPr algn="r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30" name="DH Agenda 1 Section" hidden="1">
              <a:extLst>
                <a:ext uri="{FF2B5EF4-FFF2-40B4-BE49-F238E27FC236}">
                  <a16:creationId xmlns:a16="http://schemas.microsoft.com/office/drawing/2014/main" id="{AA9BCB67-4EE1-49A4-BAE5-5703450A5C8F}"/>
                </a:ext>
              </a:extLst>
            </p:cNvPr>
            <p:cNvSpPr txBox="1"/>
            <p:nvPr userDrawn="1"/>
          </p:nvSpPr>
          <p:spPr>
            <a:xfrm>
              <a:off x="451339" y="1107830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9EE57F6-1A53-4F02-A6AF-5F6BA1AD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72759521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nkce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6B56B136-50A1-4058-9DB0-B22C93D2585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0BAF37B-CBAA-4A56-9823-B0690C83595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72699831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0BAF37B-CBAA-4A56-9823-B0690C835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 userDrawn="1"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D54197B-B02F-40CE-A70C-7A66FFD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412687727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837CC97-F51A-19D7-9882-262A7B41380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2107390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837CC97-F51A-19D7-9882-262A7B4138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6"/>
            <a:ext cx="2487286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&amp; Technology </a:t>
            </a: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Institute</a:t>
            </a:r>
            <a:endParaRPr lang="nl-NL" sz="164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3"/>
            <a:ext cx="2487286" cy="121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0" b="0" dirty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41277" y="3292356"/>
            <a:ext cx="2487286" cy="9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E8CDB6-96D7-4275-9F43-F0B8209528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8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F4F26B-20D0-4AFA-B0BC-D633D20BA4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F09BBC6-0CDE-45A1-830C-FC0B5B38958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8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99722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ind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913164A-7F57-F0E7-C1B1-2693D8A5582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89337973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913164A-7F57-F0E7-C1B1-2693D8A558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6"/>
            <a:ext cx="2487286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0" b="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0" b="0" baseline="0" dirty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3"/>
            <a:ext cx="2487286" cy="121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0" b="0" dirty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6"/>
            <a:ext cx="2487286" cy="9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8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8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69065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E89919BE-E179-24AA-810D-60F13030E1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444868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9919BE-E179-24AA-810D-60F13030E1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6"/>
            <a:ext cx="2487286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0" b="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0" b="0" baseline="0" dirty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3"/>
            <a:ext cx="2487286" cy="121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0" b="0" dirty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6"/>
            <a:ext cx="2487286" cy="9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8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8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58900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 not remove" hidden="1">
            <a:extLst>
              <a:ext uri="{FF2B5EF4-FFF2-40B4-BE49-F238E27FC236}">
                <a16:creationId xmlns:a16="http://schemas.microsoft.com/office/drawing/2014/main" id="{3FB3BC45-9012-570C-1D9D-4E041A212FD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601" cy="8574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1800" dirty="0"/>
          </a:p>
        </p:txBody>
      </p:sp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AB9CD8A5-7112-B8A7-3A31-CA02C149A2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3882576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1" imgH="501" progId="TCLayout.ActiveDocument.1">
                  <p:embed/>
                </p:oleObj>
              </mc:Choice>
              <mc:Fallback>
                <p:oleObj name="think-cell Slide" r:id="rId4" imgW="501" imgH="501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B9CD8A5-7112-B8A7-3A31-CA02C149A2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BFA6B924-BBD8-83F0-4CD9-27B9086D8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2C88D9F-F8EA-2801-F0D5-D08FD7C00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3EA3613-3367-B754-C24F-066FC1C260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A32D667-F50F-D678-F9CC-A32761100D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40459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14.xml"/><Relationship Id="rId16" Type="http://schemas.openxmlformats.org/officeDocument/2006/relationships/oleObject" Target="../embeddings/oleObject14.bin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ags" Target="../tags/tag30.xml"/><Relationship Id="rId10" Type="http://schemas.openxmlformats.org/officeDocument/2006/relationships/slideLayout" Target="../slideLayouts/slideLayout22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ags" Target="../tags/tag2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6.xml"/><Relationship Id="rId16" Type="http://schemas.openxmlformats.org/officeDocument/2006/relationships/oleObject" Target="../embeddings/oleObject27.bin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tags" Target="../tags/tag57.xml"/><Relationship Id="rId10" Type="http://schemas.openxmlformats.org/officeDocument/2006/relationships/slideLayout" Target="../slideLayouts/slideLayout34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ags" Target="../tags/tag5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38.xml"/><Relationship Id="rId16" Type="http://schemas.openxmlformats.org/officeDocument/2006/relationships/oleObject" Target="../embeddings/oleObject40.bin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tags" Target="../tags/tag84.xml"/><Relationship Id="rId10" Type="http://schemas.openxmlformats.org/officeDocument/2006/relationships/slideLayout" Target="../slideLayouts/slideLayout46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tags" Target="../tags/tag8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61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17" Type="http://schemas.openxmlformats.org/officeDocument/2006/relationships/oleObject" Target="../embeddings/oleObject53.bin"/><Relationship Id="rId2" Type="http://schemas.openxmlformats.org/officeDocument/2006/relationships/slideLayout" Target="../slideLayouts/slideLayout50.xml"/><Relationship Id="rId16" Type="http://schemas.openxmlformats.org/officeDocument/2006/relationships/tags" Target="../tags/tag111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5" Type="http://schemas.openxmlformats.org/officeDocument/2006/relationships/tags" Target="../tags/tag110.xml"/><Relationship Id="rId10" Type="http://schemas.openxmlformats.org/officeDocument/2006/relationships/slideLayout" Target="../slideLayouts/slideLayout58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6427786C-FEC3-44CA-B0A6-D21A60CF5777}"/>
              </a:ext>
            </a:extLst>
          </p:cNvPr>
          <p:cNvGraphicFramePr>
            <a:graphicFrameLocks/>
          </p:cNvGraphicFramePr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24640634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622" imgH="623" progId="TCLayout.ActiveDocument.1">
                  <p:embed/>
                </p:oleObj>
              </mc:Choice>
              <mc:Fallback>
                <p:oleObj name="think-cell Slide" r:id="rId16" imgW="622" imgH="623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6427786C-FEC3-44CA-B0A6-D21A60CF5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571" y="1916113"/>
            <a:ext cx="10354204" cy="4196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6743" y="6952166"/>
            <a:ext cx="880401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fld id="{00DEEEBE-2F32-4E25-A264-452F30D56367}" type="datetime1">
              <a:rPr lang="nl-NL" smtClean="0"/>
              <a:pPr/>
              <a:t>19-7-2026</a:t>
            </a:fld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0919" y="6432785"/>
            <a:ext cx="58616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710">
                <a:solidFill>
                  <a:schemeClr val="accent2"/>
                </a:solidFill>
                <a:latin typeface="+mj-lt"/>
              </a:defRPr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3" name="Tekstvak 22"/>
          <p:cNvSpPr txBox="1"/>
          <p:nvPr/>
        </p:nvSpPr>
        <p:spPr>
          <a:xfrm>
            <a:off x="11834632" y="6432785"/>
            <a:ext cx="316502" cy="184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rtl="0"/>
            <a:r>
              <a:rPr lang="nl-NL" sz="710">
                <a:solidFill>
                  <a:schemeClr val="accent2"/>
                </a:solidFill>
                <a:latin typeface="+mj-lt"/>
              </a:rPr>
              <a:t>.</a:t>
            </a:r>
          </a:p>
        </p:txBody>
      </p:sp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F602B2B-E042-4E10-98E3-E2AE864D119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7" name="Box rechtsboven [SS]" hidden="1">
            <a:extLst>
              <a:ext uri="{FF2B5EF4-FFF2-40B4-BE49-F238E27FC236}">
                <a16:creationId xmlns:a16="http://schemas.microsoft.com/office/drawing/2014/main" id="{D5A00F53-3C9D-4ADF-A85B-F73EB0DAEDC5}"/>
              </a:ext>
            </a:extLst>
          </p:cNvPr>
          <p:cNvSpPr/>
          <p:nvPr/>
        </p:nvSpPr>
        <p:spPr bwMode="auto">
          <a:xfrm>
            <a:off x="10909451" y="97065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4A66AC"/>
              </a:solidFill>
              <a:effectLst/>
              <a:latin typeface="+mn-lt"/>
            </a:endParaRPr>
          </a:p>
        </p:txBody>
      </p:sp>
      <p:sp>
        <p:nvSpPr>
          <p:cNvPr id="28" name="Box linksboven [SS]" hidden="1">
            <a:extLst>
              <a:ext uri="{FF2B5EF4-FFF2-40B4-BE49-F238E27FC236}">
                <a16:creationId xmlns:a16="http://schemas.microsoft.com/office/drawing/2014/main" id="{D7D25C84-022A-49DB-B191-24CB2918A2F8}"/>
              </a:ext>
            </a:extLst>
          </p:cNvPr>
          <p:cNvSpPr/>
          <p:nvPr/>
        </p:nvSpPr>
        <p:spPr bwMode="auto">
          <a:xfrm>
            <a:off x="199117" y="85851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29" name="Note [SS]" hidden="1">
            <a:extLst>
              <a:ext uri="{FF2B5EF4-FFF2-40B4-BE49-F238E27FC236}">
                <a16:creationId xmlns:a16="http://schemas.microsoft.com/office/drawing/2014/main" id="{6B530C2D-2C5F-445C-ACC1-8A97872F92DF}"/>
              </a:ext>
            </a:extLst>
          </p:cNvPr>
          <p:cNvSpPr/>
          <p:nvPr/>
        </p:nvSpPr>
        <p:spPr bwMode="auto">
          <a:xfrm>
            <a:off x="202119" y="75259"/>
            <a:ext cx="1731504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Take away box [SS]" hidden="1">
            <a:extLst>
              <a:ext uri="{FF2B5EF4-FFF2-40B4-BE49-F238E27FC236}">
                <a16:creationId xmlns:a16="http://schemas.microsoft.com/office/drawing/2014/main" id="{DD0E9573-5603-44CF-85F4-A2E3A6B2E27E}"/>
              </a:ext>
            </a:extLst>
          </p:cNvPr>
          <p:cNvSpPr/>
          <p:nvPr/>
        </p:nvSpPr>
        <p:spPr bwMode="auto">
          <a:xfrm>
            <a:off x="2560532" y="5605938"/>
            <a:ext cx="7101628" cy="4916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5C9B8B1-DA97-0E20-A2FD-24B1B11C96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286024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</p:sldLayoutIdLst>
  <p:hf hdr="0" ftr="0" dt="0"/>
  <p:txStyles>
    <p:titleStyle>
      <a:lvl1pPr algn="l" defTabSz="911287" rtl="0" eaLnBrk="1" latinLnBrk="0" hangingPunct="1">
        <a:lnSpc>
          <a:spcPct val="11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2202" indent="-242202" algn="l" defTabSz="911287" rtl="0" eaLnBrk="1" latinLnBrk="0" hangingPunct="1">
        <a:lnSpc>
          <a:spcPct val="125000"/>
        </a:lnSpc>
        <a:spcBef>
          <a:spcPts val="0"/>
        </a:spcBef>
        <a:buSzPct val="85000"/>
        <a:buFontTx/>
        <a:buBlip>
          <a:blip r:embed="rId18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753518" indent="-188380" algn="l" defTabSz="911287" rtl="0" eaLnBrk="1" latinLnBrk="0" hangingPunct="1">
        <a:lnSpc>
          <a:spcPct val="125000"/>
        </a:lnSpc>
        <a:spcBef>
          <a:spcPts val="0"/>
        </a:spcBef>
        <a:buSzPct val="50000"/>
        <a:buFontTx/>
        <a:buBlip>
          <a:blip r:embed="rId19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1287" rtl="0" eaLnBrk="1" latinLnBrk="0" hangingPunct="1">
        <a:lnSpc>
          <a:spcPct val="125000"/>
        </a:lnSpc>
        <a:spcBef>
          <a:spcPts val="1345"/>
        </a:spcBef>
        <a:buFont typeface="Arial" panose="020B0604020202020204" pitchFamily="34" charset="0"/>
        <a:buNone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06039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961683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417326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872970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1pPr>
      <a:lvl2pPr marL="455643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2pPr>
      <a:lvl3pPr marL="91128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3pPr>
      <a:lvl4pPr marL="136693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4pPr>
      <a:lvl5pPr marL="182257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5pPr>
      <a:lvl6pPr marL="227821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733861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18950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645148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6427786C-FEC3-44CA-B0A6-D21A60CF5777}"/>
              </a:ext>
            </a:extLst>
          </p:cNvPr>
          <p:cNvGraphicFramePr>
            <a:graphicFrameLocks noChangeAspect="1"/>
          </p:cNvGraphicFramePr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32342521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622" imgH="623" progId="TCLayout.ActiveDocument.1">
                  <p:embed/>
                </p:oleObj>
              </mc:Choice>
              <mc:Fallback>
                <p:oleObj name="think-cell Slide" r:id="rId16" imgW="622" imgH="623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6427786C-FEC3-44CA-B0A6-D21A60CF5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571" y="1916113"/>
            <a:ext cx="10354204" cy="4196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6743" y="6952166"/>
            <a:ext cx="880401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fld id="{00DEEEBE-2F32-4E25-A264-452F30D56367}" type="datetime1">
              <a:rPr lang="nl-NL" smtClean="0"/>
              <a:t>19-7-2026</a:t>
            </a:fld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0919" y="6432785"/>
            <a:ext cx="58616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10">
                <a:solidFill>
                  <a:schemeClr val="accent2"/>
                </a:solidFill>
                <a:latin typeface="+mj-lt"/>
              </a:defRPr>
            </a:lvl1pPr>
          </a:lstStyle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23" name="Tekstvak 22"/>
          <p:cNvSpPr txBox="1"/>
          <p:nvPr/>
        </p:nvSpPr>
        <p:spPr>
          <a:xfrm>
            <a:off x="11834632" y="6432785"/>
            <a:ext cx="316502" cy="184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nl-NL" sz="710">
                <a:solidFill>
                  <a:schemeClr val="accent2"/>
                </a:solidFill>
                <a:latin typeface="+mj-lt"/>
              </a:rPr>
              <a:t>.</a:t>
            </a:r>
          </a:p>
        </p:txBody>
      </p:sp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F602B2B-E042-4E10-98E3-E2AE864D119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7" name="Box rechtsboven [SS]" hidden="1">
            <a:extLst>
              <a:ext uri="{FF2B5EF4-FFF2-40B4-BE49-F238E27FC236}">
                <a16:creationId xmlns:a16="http://schemas.microsoft.com/office/drawing/2014/main" id="{D5A00F53-3C9D-4ADF-A85B-F73EB0DAEDC5}"/>
              </a:ext>
            </a:extLst>
          </p:cNvPr>
          <p:cNvSpPr/>
          <p:nvPr/>
        </p:nvSpPr>
        <p:spPr bwMode="auto">
          <a:xfrm>
            <a:off x="10909451" y="97065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4A66AC"/>
              </a:solidFill>
              <a:effectLst/>
              <a:latin typeface="+mn-lt"/>
            </a:endParaRPr>
          </a:p>
        </p:txBody>
      </p:sp>
      <p:sp>
        <p:nvSpPr>
          <p:cNvPr id="28" name="Box linksboven [SS]" hidden="1">
            <a:extLst>
              <a:ext uri="{FF2B5EF4-FFF2-40B4-BE49-F238E27FC236}">
                <a16:creationId xmlns:a16="http://schemas.microsoft.com/office/drawing/2014/main" id="{D7D25C84-022A-49DB-B191-24CB2918A2F8}"/>
              </a:ext>
            </a:extLst>
          </p:cNvPr>
          <p:cNvSpPr/>
          <p:nvPr/>
        </p:nvSpPr>
        <p:spPr bwMode="auto">
          <a:xfrm>
            <a:off x="199117" y="85851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29" name="Note [SS]" hidden="1">
            <a:extLst>
              <a:ext uri="{FF2B5EF4-FFF2-40B4-BE49-F238E27FC236}">
                <a16:creationId xmlns:a16="http://schemas.microsoft.com/office/drawing/2014/main" id="{6B530C2D-2C5F-445C-ACC1-8A97872F92DF}"/>
              </a:ext>
            </a:extLst>
          </p:cNvPr>
          <p:cNvSpPr/>
          <p:nvPr/>
        </p:nvSpPr>
        <p:spPr bwMode="auto">
          <a:xfrm>
            <a:off x="202119" y="75259"/>
            <a:ext cx="1731504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Take away box [SS]" hidden="1">
            <a:extLst>
              <a:ext uri="{FF2B5EF4-FFF2-40B4-BE49-F238E27FC236}">
                <a16:creationId xmlns:a16="http://schemas.microsoft.com/office/drawing/2014/main" id="{DD0E9573-5603-44CF-85F4-A2E3A6B2E27E}"/>
              </a:ext>
            </a:extLst>
          </p:cNvPr>
          <p:cNvSpPr/>
          <p:nvPr/>
        </p:nvSpPr>
        <p:spPr bwMode="auto">
          <a:xfrm>
            <a:off x="2560532" y="5605938"/>
            <a:ext cx="7101628" cy="4916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BE6E336-546E-D7DB-1391-C29AF78777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1312796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  <p:sldLayoutId id="2147483942" r:id="rId3"/>
    <p:sldLayoutId id="2147483943" r:id="rId4"/>
    <p:sldLayoutId id="2147483944" r:id="rId5"/>
    <p:sldLayoutId id="2147483945" r:id="rId6"/>
    <p:sldLayoutId id="2147483946" r:id="rId7"/>
    <p:sldLayoutId id="2147483947" r:id="rId8"/>
    <p:sldLayoutId id="2147483948" r:id="rId9"/>
    <p:sldLayoutId id="2147483949" r:id="rId10"/>
    <p:sldLayoutId id="2147483950" r:id="rId11"/>
    <p:sldLayoutId id="2147483951" r:id="rId12"/>
  </p:sldLayoutIdLst>
  <p:hf hdr="0" ftr="0" dt="0"/>
  <p:txStyles>
    <p:titleStyle>
      <a:lvl1pPr algn="l" defTabSz="911287" rtl="0" eaLnBrk="1" latinLnBrk="0" hangingPunct="1">
        <a:lnSpc>
          <a:spcPct val="11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2202" indent="-242202" algn="l" defTabSz="911287" rtl="0" eaLnBrk="1" latinLnBrk="0" hangingPunct="1">
        <a:lnSpc>
          <a:spcPct val="125000"/>
        </a:lnSpc>
        <a:spcBef>
          <a:spcPts val="0"/>
        </a:spcBef>
        <a:buSzPct val="85000"/>
        <a:buFontTx/>
        <a:buBlip>
          <a:blip r:embed="rId18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753518" indent="-188380" algn="l" defTabSz="911287" rtl="0" eaLnBrk="1" latinLnBrk="0" hangingPunct="1">
        <a:lnSpc>
          <a:spcPct val="125000"/>
        </a:lnSpc>
        <a:spcBef>
          <a:spcPts val="0"/>
        </a:spcBef>
        <a:buSzPct val="50000"/>
        <a:buFontTx/>
        <a:buBlip>
          <a:blip r:embed="rId19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1287" rtl="0" eaLnBrk="1" latinLnBrk="0" hangingPunct="1">
        <a:lnSpc>
          <a:spcPct val="125000"/>
        </a:lnSpc>
        <a:spcBef>
          <a:spcPts val="1345"/>
        </a:spcBef>
        <a:buFont typeface="Arial" panose="020B0604020202020204" pitchFamily="34" charset="0"/>
        <a:buNone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06039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961683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417326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872970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1pPr>
      <a:lvl2pPr marL="455643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2pPr>
      <a:lvl3pPr marL="91128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3pPr>
      <a:lvl4pPr marL="136693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4pPr>
      <a:lvl5pPr marL="182257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5pPr>
      <a:lvl6pPr marL="227821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733861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18950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645148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571" y="1916113"/>
            <a:ext cx="10354204" cy="4196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6743" y="6952166"/>
            <a:ext cx="880401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fld id="{00DEEEBE-2F32-4E25-A264-452F30D56367}" type="datetime1">
              <a:rPr lang="nl-NL" smtClean="0"/>
              <a:t>19-7-2026</a:t>
            </a:fld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0919" y="6432785"/>
            <a:ext cx="58616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10">
                <a:solidFill>
                  <a:schemeClr val="accent2"/>
                </a:solidFill>
                <a:latin typeface="+mj-lt"/>
              </a:defRPr>
            </a:lvl1pPr>
          </a:lstStyle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23" name="Tekstvak 22"/>
          <p:cNvSpPr txBox="1"/>
          <p:nvPr/>
        </p:nvSpPr>
        <p:spPr>
          <a:xfrm>
            <a:off x="11834632" y="6432785"/>
            <a:ext cx="316502" cy="184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nl-NL" sz="710">
                <a:solidFill>
                  <a:schemeClr val="accent2"/>
                </a:solidFill>
                <a:latin typeface="+mj-lt"/>
              </a:rPr>
              <a:t>.</a:t>
            </a:r>
          </a:p>
        </p:txBody>
      </p:sp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6427786C-FEC3-44CA-B0A6-D21A60CF5777}"/>
              </a:ext>
            </a:extLst>
          </p:cNvPr>
          <p:cNvGraphicFramePr>
            <a:graphicFrameLocks noChangeAspect="1"/>
          </p:cNvGraphicFramePr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9323462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622" imgH="623" progId="TCLayout.ActiveDocument.1">
                  <p:embed/>
                </p:oleObj>
              </mc:Choice>
              <mc:Fallback>
                <p:oleObj name="think-cell Slide" r:id="rId16" imgW="622" imgH="623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6427786C-FEC3-44CA-B0A6-D21A60CF5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F602B2B-E042-4E10-98E3-E2AE864D119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7" name="Box rechtsboven [SS]" hidden="1">
            <a:extLst>
              <a:ext uri="{FF2B5EF4-FFF2-40B4-BE49-F238E27FC236}">
                <a16:creationId xmlns:a16="http://schemas.microsoft.com/office/drawing/2014/main" id="{D5A00F53-3C9D-4ADF-A85B-F73EB0DAEDC5}"/>
              </a:ext>
            </a:extLst>
          </p:cNvPr>
          <p:cNvSpPr/>
          <p:nvPr/>
        </p:nvSpPr>
        <p:spPr bwMode="auto">
          <a:xfrm>
            <a:off x="10909451" y="97065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4A66AC"/>
              </a:solidFill>
              <a:effectLst/>
              <a:latin typeface="+mn-lt"/>
            </a:endParaRPr>
          </a:p>
        </p:txBody>
      </p:sp>
      <p:sp>
        <p:nvSpPr>
          <p:cNvPr id="28" name="Box linksboven [SS]" hidden="1">
            <a:extLst>
              <a:ext uri="{FF2B5EF4-FFF2-40B4-BE49-F238E27FC236}">
                <a16:creationId xmlns:a16="http://schemas.microsoft.com/office/drawing/2014/main" id="{D7D25C84-022A-49DB-B191-24CB2918A2F8}"/>
              </a:ext>
            </a:extLst>
          </p:cNvPr>
          <p:cNvSpPr/>
          <p:nvPr/>
        </p:nvSpPr>
        <p:spPr bwMode="auto">
          <a:xfrm>
            <a:off x="199117" y="85851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29" name="Note [SS]" hidden="1">
            <a:extLst>
              <a:ext uri="{FF2B5EF4-FFF2-40B4-BE49-F238E27FC236}">
                <a16:creationId xmlns:a16="http://schemas.microsoft.com/office/drawing/2014/main" id="{6B530C2D-2C5F-445C-ACC1-8A97872F92DF}"/>
              </a:ext>
            </a:extLst>
          </p:cNvPr>
          <p:cNvSpPr/>
          <p:nvPr/>
        </p:nvSpPr>
        <p:spPr bwMode="auto">
          <a:xfrm>
            <a:off x="202119" y="75259"/>
            <a:ext cx="1731504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Take away box [SS]" hidden="1">
            <a:extLst>
              <a:ext uri="{FF2B5EF4-FFF2-40B4-BE49-F238E27FC236}">
                <a16:creationId xmlns:a16="http://schemas.microsoft.com/office/drawing/2014/main" id="{DD0E9573-5603-44CF-85F4-A2E3A6B2E27E}"/>
              </a:ext>
            </a:extLst>
          </p:cNvPr>
          <p:cNvSpPr/>
          <p:nvPr/>
        </p:nvSpPr>
        <p:spPr bwMode="auto">
          <a:xfrm>
            <a:off x="2560532" y="5605938"/>
            <a:ext cx="7101628" cy="4916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7FF735F-3411-3A51-C922-53DA5A7132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001034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6" r:id="rId2"/>
    <p:sldLayoutId id="2147483957" r:id="rId3"/>
    <p:sldLayoutId id="2147483958" r:id="rId4"/>
    <p:sldLayoutId id="2147483959" r:id="rId5"/>
    <p:sldLayoutId id="2147483960" r:id="rId6"/>
    <p:sldLayoutId id="2147483961" r:id="rId7"/>
    <p:sldLayoutId id="2147483962" r:id="rId8"/>
    <p:sldLayoutId id="2147483963" r:id="rId9"/>
    <p:sldLayoutId id="2147483964" r:id="rId10"/>
    <p:sldLayoutId id="2147483965" r:id="rId11"/>
    <p:sldLayoutId id="2147483966" r:id="rId12"/>
  </p:sldLayoutIdLst>
  <p:hf hdr="0" ftr="0" dt="0"/>
  <p:txStyles>
    <p:titleStyle>
      <a:lvl1pPr algn="l" defTabSz="911287" rtl="0" eaLnBrk="1" latinLnBrk="0" hangingPunct="1">
        <a:lnSpc>
          <a:spcPct val="11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2202" indent="-242202" algn="l" defTabSz="911287" rtl="0" eaLnBrk="1" latinLnBrk="0" hangingPunct="1">
        <a:lnSpc>
          <a:spcPct val="125000"/>
        </a:lnSpc>
        <a:spcBef>
          <a:spcPts val="0"/>
        </a:spcBef>
        <a:buSzPct val="85000"/>
        <a:buFontTx/>
        <a:buBlip>
          <a:blip r:embed="rId18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753518" indent="-188380" algn="l" defTabSz="911287" rtl="0" eaLnBrk="1" latinLnBrk="0" hangingPunct="1">
        <a:lnSpc>
          <a:spcPct val="125000"/>
        </a:lnSpc>
        <a:spcBef>
          <a:spcPts val="0"/>
        </a:spcBef>
        <a:buSzPct val="50000"/>
        <a:buFontTx/>
        <a:buBlip>
          <a:blip r:embed="rId19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1287" rtl="0" eaLnBrk="1" latinLnBrk="0" hangingPunct="1">
        <a:lnSpc>
          <a:spcPct val="125000"/>
        </a:lnSpc>
        <a:spcBef>
          <a:spcPts val="1345"/>
        </a:spcBef>
        <a:buFont typeface="Arial" panose="020B0604020202020204" pitchFamily="34" charset="0"/>
        <a:buNone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06039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961683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417326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872970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1pPr>
      <a:lvl2pPr marL="455643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2pPr>
      <a:lvl3pPr marL="91128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3pPr>
      <a:lvl4pPr marL="136693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4pPr>
      <a:lvl5pPr marL="182257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5pPr>
      <a:lvl6pPr marL="227821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733861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18950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645148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571" y="1916113"/>
            <a:ext cx="10354204" cy="4196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6743" y="6952166"/>
            <a:ext cx="880401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fld id="{00DEEEBE-2F32-4E25-A264-452F30D56367}" type="datetime1">
              <a:rPr lang="nl-NL" smtClean="0"/>
              <a:t>19-7-2026</a:t>
            </a:fld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0919" y="6432785"/>
            <a:ext cx="58616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10">
                <a:solidFill>
                  <a:schemeClr val="accent2"/>
                </a:solidFill>
                <a:latin typeface="+mj-lt"/>
              </a:defRPr>
            </a:lvl1pPr>
          </a:lstStyle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23" name="Tekstvak 22"/>
          <p:cNvSpPr txBox="1"/>
          <p:nvPr/>
        </p:nvSpPr>
        <p:spPr>
          <a:xfrm>
            <a:off x="11834632" y="6432785"/>
            <a:ext cx="316502" cy="184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nl-NL" sz="710">
                <a:solidFill>
                  <a:schemeClr val="accent2"/>
                </a:solidFill>
                <a:latin typeface="+mj-lt"/>
              </a:rPr>
              <a:t>.</a:t>
            </a:r>
          </a:p>
        </p:txBody>
      </p:sp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6427786C-FEC3-44CA-B0A6-D21A60CF5777}"/>
              </a:ext>
            </a:extLst>
          </p:cNvPr>
          <p:cNvGraphicFramePr>
            <a:graphicFrameLocks noChangeAspect="1"/>
          </p:cNvGraphicFramePr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9025167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622" imgH="623" progId="TCLayout.ActiveDocument.1">
                  <p:embed/>
                </p:oleObj>
              </mc:Choice>
              <mc:Fallback>
                <p:oleObj name="think-cell Slide" r:id="rId16" imgW="622" imgH="623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6427786C-FEC3-44CA-B0A6-D21A60CF5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F602B2B-E042-4E10-98E3-E2AE864D119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7" name="Box rechtsboven [SS]" hidden="1">
            <a:extLst>
              <a:ext uri="{FF2B5EF4-FFF2-40B4-BE49-F238E27FC236}">
                <a16:creationId xmlns:a16="http://schemas.microsoft.com/office/drawing/2014/main" id="{D5A00F53-3C9D-4ADF-A85B-F73EB0DAEDC5}"/>
              </a:ext>
            </a:extLst>
          </p:cNvPr>
          <p:cNvSpPr/>
          <p:nvPr/>
        </p:nvSpPr>
        <p:spPr bwMode="auto">
          <a:xfrm>
            <a:off x="10909451" y="97065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4A66AC"/>
              </a:solidFill>
              <a:effectLst/>
              <a:latin typeface="+mn-lt"/>
            </a:endParaRPr>
          </a:p>
        </p:txBody>
      </p:sp>
      <p:sp>
        <p:nvSpPr>
          <p:cNvPr id="28" name="Box linksboven [SS]" hidden="1">
            <a:extLst>
              <a:ext uri="{FF2B5EF4-FFF2-40B4-BE49-F238E27FC236}">
                <a16:creationId xmlns:a16="http://schemas.microsoft.com/office/drawing/2014/main" id="{D7D25C84-022A-49DB-B191-24CB2918A2F8}"/>
              </a:ext>
            </a:extLst>
          </p:cNvPr>
          <p:cNvSpPr/>
          <p:nvPr/>
        </p:nvSpPr>
        <p:spPr bwMode="auto">
          <a:xfrm>
            <a:off x="199117" y="85851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29" name="Note [SS]" hidden="1">
            <a:extLst>
              <a:ext uri="{FF2B5EF4-FFF2-40B4-BE49-F238E27FC236}">
                <a16:creationId xmlns:a16="http://schemas.microsoft.com/office/drawing/2014/main" id="{6B530C2D-2C5F-445C-ACC1-8A97872F92DF}"/>
              </a:ext>
            </a:extLst>
          </p:cNvPr>
          <p:cNvSpPr/>
          <p:nvPr/>
        </p:nvSpPr>
        <p:spPr bwMode="auto">
          <a:xfrm>
            <a:off x="202119" y="75259"/>
            <a:ext cx="1731504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Take away box [SS]" hidden="1">
            <a:extLst>
              <a:ext uri="{FF2B5EF4-FFF2-40B4-BE49-F238E27FC236}">
                <a16:creationId xmlns:a16="http://schemas.microsoft.com/office/drawing/2014/main" id="{DD0E9573-5603-44CF-85F4-A2E3A6B2E27E}"/>
              </a:ext>
            </a:extLst>
          </p:cNvPr>
          <p:cNvSpPr/>
          <p:nvPr/>
        </p:nvSpPr>
        <p:spPr bwMode="auto">
          <a:xfrm>
            <a:off x="2560532" y="5605938"/>
            <a:ext cx="7101628" cy="4916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61835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8" r:id="rId1"/>
    <p:sldLayoutId id="2147483969" r:id="rId2"/>
    <p:sldLayoutId id="2147483970" r:id="rId3"/>
    <p:sldLayoutId id="2147483971" r:id="rId4"/>
    <p:sldLayoutId id="2147483972" r:id="rId5"/>
    <p:sldLayoutId id="2147483973" r:id="rId6"/>
    <p:sldLayoutId id="2147483974" r:id="rId7"/>
    <p:sldLayoutId id="2147483975" r:id="rId8"/>
    <p:sldLayoutId id="2147483976" r:id="rId9"/>
    <p:sldLayoutId id="2147483977" r:id="rId10"/>
    <p:sldLayoutId id="2147483978" r:id="rId11"/>
    <p:sldLayoutId id="2147483979" r:id="rId12"/>
  </p:sldLayoutIdLst>
  <p:hf hdr="0" ftr="0" dt="0"/>
  <p:txStyles>
    <p:titleStyle>
      <a:lvl1pPr algn="l" defTabSz="911287" rtl="0" eaLnBrk="1" latinLnBrk="0" hangingPunct="1">
        <a:lnSpc>
          <a:spcPct val="11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2202" indent="-242202" algn="l" defTabSz="911287" rtl="0" eaLnBrk="1" latinLnBrk="0" hangingPunct="1">
        <a:lnSpc>
          <a:spcPct val="125000"/>
        </a:lnSpc>
        <a:spcBef>
          <a:spcPts val="0"/>
        </a:spcBef>
        <a:buSzPct val="85000"/>
        <a:buFontTx/>
        <a:buBlip>
          <a:blip r:embed="rId18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753518" indent="-188380" algn="l" defTabSz="911287" rtl="0" eaLnBrk="1" latinLnBrk="0" hangingPunct="1">
        <a:lnSpc>
          <a:spcPct val="125000"/>
        </a:lnSpc>
        <a:spcBef>
          <a:spcPts val="0"/>
        </a:spcBef>
        <a:buSzPct val="50000"/>
        <a:buFontTx/>
        <a:buBlip>
          <a:blip r:embed="rId19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1287" rtl="0" eaLnBrk="1" latinLnBrk="0" hangingPunct="1">
        <a:lnSpc>
          <a:spcPct val="125000"/>
        </a:lnSpc>
        <a:spcBef>
          <a:spcPts val="1345"/>
        </a:spcBef>
        <a:buFont typeface="Arial" panose="020B0604020202020204" pitchFamily="34" charset="0"/>
        <a:buNone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06039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961683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417326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872970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1pPr>
      <a:lvl2pPr marL="455643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2pPr>
      <a:lvl3pPr marL="91128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3pPr>
      <a:lvl4pPr marL="136693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4pPr>
      <a:lvl5pPr marL="182257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5pPr>
      <a:lvl6pPr marL="227821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733861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18950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645148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571" y="1916113"/>
            <a:ext cx="10354204" cy="4196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</p:txBody>
      </p:sp>
      <p:sp>
        <p:nvSpPr>
          <p:cNvPr id="5" name="Footer Placeholder 4 [SS]" hidden="1"/>
          <p:cNvSpPr>
            <a:spLocks noGrp="1"/>
          </p:cNvSpPr>
          <p:nvPr>
            <p:ph type="ftr" sz="quarter" idx="3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708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0919" y="6432785"/>
            <a:ext cx="58616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708">
                <a:solidFill>
                  <a:schemeClr val="accent2"/>
                </a:solidFill>
                <a:latin typeface="+mj-lt"/>
              </a:defRPr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11834632" y="6432785"/>
            <a:ext cx="316502" cy="184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rtl="0"/>
            <a:r>
              <a:rPr lang="nl-NL" sz="708" dirty="0">
                <a:solidFill>
                  <a:schemeClr val="accent2"/>
                </a:solidFill>
                <a:latin typeface="+mj-lt"/>
              </a:rPr>
              <a:t>.</a:t>
            </a:r>
          </a:p>
        </p:txBody>
      </p:sp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6427786C-FEC3-44CA-B0A6-D21A60CF5777}"/>
              </a:ext>
            </a:extLst>
          </p:cNvPr>
          <p:cNvGraphicFramePr>
            <a:graphicFrameLocks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200493441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622" imgH="623" progId="TCLayout.ActiveDocument.1">
                  <p:embed/>
                </p:oleObj>
              </mc:Choice>
              <mc:Fallback>
                <p:oleObj name="think-cell Slide" r:id="rId17" imgW="622" imgH="623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6427786C-FEC3-44CA-B0A6-D21A60CF5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F602B2B-E042-4E10-98E3-E2AE864D1195}"/>
              </a:ext>
            </a:extLst>
          </p:cNvPr>
          <p:cNvSpPr/>
          <p:nvPr userDrawn="1">
            <p:custDataLst>
              <p:tags r:id="rId1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7" name="Box rechtsboven [SS]" hidden="1">
            <a:extLst>
              <a:ext uri="{FF2B5EF4-FFF2-40B4-BE49-F238E27FC236}">
                <a16:creationId xmlns:a16="http://schemas.microsoft.com/office/drawing/2014/main" id="{D5A00F53-3C9D-4ADF-A85B-F73EB0DAEDC5}"/>
              </a:ext>
            </a:extLst>
          </p:cNvPr>
          <p:cNvSpPr/>
          <p:nvPr userDrawn="1"/>
        </p:nvSpPr>
        <p:spPr bwMode="auto">
          <a:xfrm>
            <a:off x="10909451" y="97066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196" b="0" i="0" u="none" strike="noStrike" cap="none" normalizeH="0" baseline="0" dirty="0">
              <a:ln>
                <a:noFill/>
              </a:ln>
              <a:solidFill>
                <a:srgbClr val="4A66AC"/>
              </a:solidFill>
              <a:effectLst/>
              <a:latin typeface="+mn-lt"/>
            </a:endParaRPr>
          </a:p>
        </p:txBody>
      </p:sp>
      <p:sp>
        <p:nvSpPr>
          <p:cNvPr id="28" name="Box linksboven [SS]" hidden="1">
            <a:extLst>
              <a:ext uri="{FF2B5EF4-FFF2-40B4-BE49-F238E27FC236}">
                <a16:creationId xmlns:a16="http://schemas.microsoft.com/office/drawing/2014/main" id="{D7D25C84-022A-49DB-B191-24CB2918A2F8}"/>
              </a:ext>
            </a:extLst>
          </p:cNvPr>
          <p:cNvSpPr/>
          <p:nvPr userDrawn="1"/>
        </p:nvSpPr>
        <p:spPr bwMode="auto">
          <a:xfrm>
            <a:off x="199118" y="85851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196" b="0" i="0" u="none" strike="noStrike" cap="none" normalizeH="0" baseline="0" dirty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29" name="Note [SS]" hidden="1">
            <a:extLst>
              <a:ext uri="{FF2B5EF4-FFF2-40B4-BE49-F238E27FC236}">
                <a16:creationId xmlns:a16="http://schemas.microsoft.com/office/drawing/2014/main" id="{6B530C2D-2C5F-445C-ACC1-8A97872F92DF}"/>
              </a:ext>
            </a:extLst>
          </p:cNvPr>
          <p:cNvSpPr/>
          <p:nvPr userDrawn="1"/>
        </p:nvSpPr>
        <p:spPr bwMode="auto">
          <a:xfrm>
            <a:off x="202119" y="75259"/>
            <a:ext cx="1731504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997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Take away box [SS]" hidden="1">
            <a:extLst>
              <a:ext uri="{FF2B5EF4-FFF2-40B4-BE49-F238E27FC236}">
                <a16:creationId xmlns:a16="http://schemas.microsoft.com/office/drawing/2014/main" id="{DD0E9573-5603-44CF-85F4-A2E3A6B2E27E}"/>
              </a:ext>
            </a:extLst>
          </p:cNvPr>
          <p:cNvSpPr/>
          <p:nvPr userDrawn="1"/>
        </p:nvSpPr>
        <p:spPr bwMode="auto">
          <a:xfrm>
            <a:off x="2560532" y="5605938"/>
            <a:ext cx="7101628" cy="4916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196" b="0" i="0" u="none" strike="noStrike" cap="none" normalizeH="0" baseline="0" dirty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68756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9" r:id="rId1"/>
    <p:sldLayoutId id="2147484000" r:id="rId2"/>
    <p:sldLayoutId id="2147484001" r:id="rId3"/>
    <p:sldLayoutId id="2147484002" r:id="rId4"/>
    <p:sldLayoutId id="2147484003" r:id="rId5"/>
    <p:sldLayoutId id="2147484004" r:id="rId6"/>
    <p:sldLayoutId id="2147484005" r:id="rId7"/>
    <p:sldLayoutId id="2147484006" r:id="rId8"/>
    <p:sldLayoutId id="2147484007" r:id="rId9"/>
    <p:sldLayoutId id="2147484008" r:id="rId10"/>
    <p:sldLayoutId id="2147484009" r:id="rId11"/>
    <p:sldLayoutId id="2147484010" r:id="rId12"/>
    <p:sldLayoutId id="2147484011" r:id="rId13"/>
  </p:sldLayoutIdLst>
  <p:hf hdr="0" dt="0"/>
  <p:txStyles>
    <p:titleStyle>
      <a:lvl1pPr algn="l" defTabSz="908419" rtl="0" eaLnBrk="1" latinLnBrk="0" hangingPunct="1">
        <a:lnSpc>
          <a:spcPct val="110000"/>
        </a:lnSpc>
        <a:spcBef>
          <a:spcPct val="0"/>
        </a:spcBef>
        <a:buNone/>
        <a:defRPr sz="2393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1439" indent="-241439" algn="l" defTabSz="908419" rtl="0" eaLnBrk="1" latinLnBrk="0" hangingPunct="1">
        <a:lnSpc>
          <a:spcPct val="125000"/>
        </a:lnSpc>
        <a:spcBef>
          <a:spcPts val="0"/>
        </a:spcBef>
        <a:buSzPct val="85000"/>
        <a:buFontTx/>
        <a:buBlip>
          <a:blip r:embed="rId19"/>
        </a:buBlip>
        <a:defRPr sz="1395" kern="1200">
          <a:solidFill>
            <a:schemeClr val="tx1"/>
          </a:solidFill>
          <a:latin typeface="+mn-lt"/>
          <a:ea typeface="+mn-ea"/>
          <a:cs typeface="+mn-cs"/>
        </a:defRPr>
      </a:lvl1pPr>
      <a:lvl2pPr marL="751147" indent="-187787" algn="l" defTabSz="908419" rtl="0" eaLnBrk="1" latinLnBrk="0" hangingPunct="1">
        <a:lnSpc>
          <a:spcPct val="125000"/>
        </a:lnSpc>
        <a:spcBef>
          <a:spcPts val="0"/>
        </a:spcBef>
        <a:buSzPct val="50000"/>
        <a:buFontTx/>
        <a:buBlip>
          <a:blip r:embed="rId20"/>
        </a:buBlip>
        <a:defRPr sz="1395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08419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595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08419" rtl="0" eaLnBrk="1" latinLnBrk="0" hangingPunct="1">
        <a:lnSpc>
          <a:spcPct val="125000"/>
        </a:lnSpc>
        <a:spcBef>
          <a:spcPts val="1341"/>
        </a:spcBef>
        <a:buFont typeface="Arial" panose="020B0604020202020204" pitchFamily="34" charset="0"/>
        <a:buNone/>
        <a:defRPr sz="1595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08419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595" kern="1200">
          <a:solidFill>
            <a:schemeClr val="tx1"/>
          </a:solidFill>
          <a:latin typeface="+mn-lt"/>
          <a:ea typeface="+mn-ea"/>
          <a:cs typeface="+mn-cs"/>
        </a:defRPr>
      </a:lvl5pPr>
      <a:lvl6pPr marL="2498152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6pPr>
      <a:lvl7pPr marL="2952361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7pPr>
      <a:lvl8pPr marL="3406571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8pPr>
      <a:lvl9pPr marL="3860781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1pPr>
      <a:lvl2pPr marL="454209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2pPr>
      <a:lvl3pPr marL="908419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3pPr>
      <a:lvl4pPr marL="1362628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4pPr>
      <a:lvl5pPr marL="1816838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5pPr>
      <a:lvl6pPr marL="2271047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6pPr>
      <a:lvl7pPr marL="2725257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7pPr>
      <a:lvl8pPr marL="3179466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8pPr>
      <a:lvl9pPr marL="3633676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07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143.xml"/><Relationship Id="rId13" Type="http://schemas.openxmlformats.org/officeDocument/2006/relationships/tags" Target="../tags/tag148.xml"/><Relationship Id="rId18" Type="http://schemas.openxmlformats.org/officeDocument/2006/relationships/chart" Target="../charts/chart1.xml"/><Relationship Id="rId3" Type="http://schemas.openxmlformats.org/officeDocument/2006/relationships/tags" Target="../tags/tag138.xml"/><Relationship Id="rId7" Type="http://schemas.openxmlformats.org/officeDocument/2006/relationships/tags" Target="../tags/tag142.xml"/><Relationship Id="rId12" Type="http://schemas.openxmlformats.org/officeDocument/2006/relationships/tags" Target="../tags/tag147.xml"/><Relationship Id="rId17" Type="http://schemas.openxmlformats.org/officeDocument/2006/relationships/image" Target="../media/image11.emf"/><Relationship Id="rId2" Type="http://schemas.openxmlformats.org/officeDocument/2006/relationships/tags" Target="../tags/tag137.xml"/><Relationship Id="rId16" Type="http://schemas.openxmlformats.org/officeDocument/2006/relationships/oleObject" Target="../embeddings/oleObject67.bin"/><Relationship Id="rId20" Type="http://schemas.openxmlformats.org/officeDocument/2006/relationships/image" Target="../media/image3.png"/><Relationship Id="rId1" Type="http://schemas.openxmlformats.org/officeDocument/2006/relationships/tags" Target="../tags/tag136.xml"/><Relationship Id="rId6" Type="http://schemas.openxmlformats.org/officeDocument/2006/relationships/tags" Target="../tags/tag141.xml"/><Relationship Id="rId11" Type="http://schemas.openxmlformats.org/officeDocument/2006/relationships/tags" Target="../tags/tag146.xml"/><Relationship Id="rId5" Type="http://schemas.openxmlformats.org/officeDocument/2006/relationships/tags" Target="../tags/tag140.xml"/><Relationship Id="rId15" Type="http://schemas.openxmlformats.org/officeDocument/2006/relationships/notesSlide" Target="../notesSlides/notesSlide1.xml"/><Relationship Id="rId10" Type="http://schemas.openxmlformats.org/officeDocument/2006/relationships/tags" Target="../tags/tag145.xml"/><Relationship Id="rId19" Type="http://schemas.openxmlformats.org/officeDocument/2006/relationships/image" Target="../media/image2.png"/><Relationship Id="rId4" Type="http://schemas.openxmlformats.org/officeDocument/2006/relationships/tags" Target="../tags/tag139.xml"/><Relationship Id="rId9" Type="http://schemas.openxmlformats.org/officeDocument/2006/relationships/tags" Target="../tags/tag144.xml"/><Relationship Id="rId14" Type="http://schemas.openxmlformats.org/officeDocument/2006/relationships/slideLayout" Target="../slideLayouts/slideLayout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8730B-72FE-97E3-C04A-08BC01EC5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3A12E9B-E7D8-84C8-C966-4DCD1A2EE60A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80370993"/>
              </p:ext>
            </p:extLst>
          </p:nvPr>
        </p:nvGraphicFramePr>
        <p:xfrm>
          <a:off x="1160258" y="12435"/>
          <a:ext cx="1583" cy="1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344" imgH="344" progId="TCLayout.ActiveDocument.1">
                  <p:embed/>
                </p:oleObj>
              </mc:Choice>
              <mc:Fallback>
                <p:oleObj name="think-cell Slide" r:id="rId16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3A12E9B-E7D8-84C8-C966-4DCD1A2EE6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160258" y="12435"/>
                        <a:ext cx="1583" cy="15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987" name="Rectangle 3">
            <a:extLst>
              <a:ext uri="{FF2B5EF4-FFF2-40B4-BE49-F238E27FC236}">
                <a16:creationId xmlns:a16="http://schemas.microsoft.com/office/drawing/2014/main" id="{FF682C28-4AB2-32E8-A402-0AC0F194E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928" y="1293032"/>
            <a:ext cx="4907523" cy="455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135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defTabSz="911522">
              <a:defRPr/>
            </a:pPr>
            <a:fld id="{A4B03AEA-9DFB-426C-B997-58C7B1625485}" type="thinkcell&lt;?xml version=&quot;1.0&quot; encoding=&quot;UTF-16&quot; standalone=&quot;yes&quot;?&gt;&lt;root reqver=&quot;36344&quot;&gt;&lt;version val=&quot;38706&quot;/&gt;&lt;PersistentType&gt;&lt;m_varval type=&quot;5&quot;&gt;&lt;/m_varval&gt;&lt;m_prec&gt;&lt;m_yearfmt&gt;&lt;begin val=&quot;0&quot;/&gt;&lt;end val=&quot;4&quot;/&gt;&lt;/m_yearfmt&gt;&lt;/m_prec&gt;&lt;m_bUseExcelFont val=&quot;0&quot;/&gt;&lt;m_bUseExcelFontColor val=&quot;0&quot;/&gt;&lt;m_strName&gt;FigureTitle&lt;/m_strName&gt;&lt;/PersistentType&gt;&lt;/root&gt;">
              <a:rPr lang="nl-NL" altLang="en-US" sz="1080" smtClean="0">
                <a:solidFill>
                  <a:srgbClr val="20153E"/>
                </a:solidFill>
                <a:ea typeface="宋体" panose="02010600030101010101" pitchFamily="2" charset="-122"/>
              </a:rPr>
              <a:pPr/>
              <a:t>&lt;FigureTitle&gt;</a:t>
            </a:fld>
            <a:endParaRPr lang="nl-NL" sz="1080" dirty="0">
              <a:solidFill>
                <a:srgbClr val="20153E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9988" name="Rectangle 4">
            <a:extLst>
              <a:ext uri="{FF2B5EF4-FFF2-40B4-BE49-F238E27FC236}">
                <a16:creationId xmlns:a16="http://schemas.microsoft.com/office/drawing/2014/main" id="{E38F2E86-6560-4284-9CCB-1404686F38EA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942928" y="2162475"/>
            <a:ext cx="4907523" cy="3994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48175" bIns="48175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286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4572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690563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43100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003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575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47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719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1522" eaLnBrk="0" hangingPunct="0">
              <a:defRPr/>
            </a:pPr>
            <a:endParaRPr lang="nl-NL" sz="1395" dirty="0">
              <a:solidFill>
                <a:srgbClr val="20153E"/>
              </a:solidFill>
              <a:latin typeface="Tahoma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9993" name="Line 9">
            <a:extLst>
              <a:ext uri="{FF2B5EF4-FFF2-40B4-BE49-F238E27FC236}">
                <a16:creationId xmlns:a16="http://schemas.microsoft.com/office/drawing/2014/main" id="{5C0C6849-D710-6A71-0D1E-638B7DE5D0B0}"/>
              </a:ext>
            </a:extLst>
          </p:cNvPr>
          <p:cNvSpPr>
            <a:spLocks noChangeShapeType="1"/>
          </p:cNvSpPr>
          <p:nvPr/>
        </p:nvSpPr>
        <p:spPr bwMode="auto">
          <a:xfrm>
            <a:off x="958874" y="1778010"/>
            <a:ext cx="4891578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5886" tIns="35886" rIns="35886" bIns="35886"/>
          <a:lstStyle/>
          <a:p>
            <a:pPr defTabSz="911522">
              <a:defRPr/>
            </a:pPr>
            <a:endParaRPr lang="nl-NL" sz="1794" dirty="0">
              <a:solidFill>
                <a:srgbClr val="20153E"/>
              </a:solidFill>
              <a:latin typeface="Tahoma"/>
            </a:endParaRPr>
          </a:p>
        </p:txBody>
      </p:sp>
      <p:sp>
        <p:nvSpPr>
          <p:cNvPr id="169990" name="Rectangle 6">
            <a:extLst>
              <a:ext uri="{FF2B5EF4-FFF2-40B4-BE49-F238E27FC236}">
                <a16:creationId xmlns:a16="http://schemas.microsoft.com/office/drawing/2014/main" id="{149193EF-B81F-92F4-0ED7-8DD60D7F47D1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356844" y="2162475"/>
            <a:ext cx="4907523" cy="3994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48175" bIns="48175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286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4572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690563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43100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003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575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47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719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1522" eaLnBrk="0" hangingPunct="0">
              <a:defRPr/>
            </a:pPr>
            <a:endParaRPr lang="nl-NL" sz="1395" dirty="0">
              <a:solidFill>
                <a:srgbClr val="20153E"/>
              </a:solidFill>
              <a:latin typeface="Tahoma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B18BF21-B09B-F996-0D14-D69E42FF8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930" y="485594"/>
            <a:ext cx="10321437" cy="599475"/>
          </a:xfrm>
        </p:spPr>
        <p:txBody>
          <a:bodyPr vert="horz" rIns="0"/>
          <a:lstStyle/>
          <a:p>
            <a:fld id="{10FF4802-32EA-4528-8D07-D81F9A824BC0}" type="thinkcell&lt;?xml version=&quot;1.0&quot; encoding=&quot;UTF-16&quot; standalone=&quot;yes&quot;?&gt;&lt;root reqver=&quot;36344&quot;&gt;&lt;version val=&quot;38706&quot;/&gt;&lt;PersistentType&gt;&lt;m_varval type=&quot;5&quot;&gt;&lt;/m_varval&gt;&lt;m_prec&gt;&lt;m_yearfmt&gt;&lt;begin val=&quot;0&quot;/&gt;&lt;end val=&quot;4&quot;/&gt;&lt;/m_yearfmt&gt;&lt;/m_prec&gt;&lt;m_bUseExcelFont val=&quot;0&quot;/&gt;&lt;m_bUseExcelFontColor val=&quot;0&quot;/&gt;&lt;m_strName&gt;SlideTitle&lt;/m_strName&gt;&lt;/PersistentType&gt;&lt;/root&gt;">
              <a:rPr lang="nl-NL" altLang="en-US" smtClean="0">
                <a:effectLst/>
              </a:rPr>
              <a:pPr/>
              <a:t>&lt;SlideTitle&gt;</a:t>
            </a:fld>
            <a:endParaRPr lang="nl-NL" noProof="0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EDE7B5B-EFC7-688F-5C55-78293C555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1522">
              <a:defRPr/>
            </a:pPr>
            <a:fld id="{003DF468-94A5-4653-9839-3CE0E4B7AE20}" type="slidenum">
              <a:rPr lang="nl-NL">
                <a:solidFill>
                  <a:srgbClr val="336A88"/>
                </a:solidFill>
                <a:latin typeface="Century Gothic"/>
              </a:rPr>
              <a:pPr defTabSz="911522">
                <a:defRPr/>
              </a:pPr>
              <a:t>0</a:t>
            </a:fld>
            <a:endParaRPr lang="nl-NL" dirty="0">
              <a:solidFill>
                <a:srgbClr val="336A88"/>
              </a:solidFill>
              <a:latin typeface="Century Gothic"/>
            </a:endParaRPr>
          </a:p>
        </p:txBody>
      </p:sp>
      <p:sp>
        <p:nvSpPr>
          <p:cNvPr id="170061" name="Voettekst [SS]">
            <a:extLst>
              <a:ext uri="{FF2B5EF4-FFF2-40B4-BE49-F238E27FC236}">
                <a16:creationId xmlns:a16="http://schemas.microsoft.com/office/drawing/2014/main" id="{4757CAC0-1821-A0A0-88AA-664871B1E45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82274" y="6525249"/>
            <a:ext cx="8373220" cy="184764"/>
          </a:xfrm>
          <a:prstGeom prst="rect">
            <a:avLst/>
          </a:prstGeom>
        </p:spPr>
        <p:txBody>
          <a:bodyPr anchor="b"/>
          <a:lstStyle/>
          <a:p>
            <a:pPr defTabSz="914485"/>
            <a:endParaRPr lang="nl-NL" sz="540" dirty="0">
              <a:solidFill>
                <a:srgbClr val="20153E"/>
              </a:solidFill>
              <a:latin typeface="Tahoma"/>
            </a:endParaRPr>
          </a:p>
          <a:p>
            <a:pPr defTabSz="914485"/>
            <a:endParaRPr lang="nl-NL" sz="540" dirty="0">
              <a:solidFill>
                <a:srgbClr val="20153E"/>
              </a:solidFill>
              <a:latin typeface="Tahoma"/>
            </a:endParaRPr>
          </a:p>
          <a:p>
            <a:pPr defTabSz="914485"/>
            <a:r>
              <a:rPr lang="nl-NL" sz="540" dirty="0">
                <a:solidFill>
                  <a:srgbClr val="20153E"/>
                </a:solidFill>
                <a:latin typeface="Tahoma"/>
              </a:rPr>
              <a:t>Resultaten gebaseerd op eigen berekeningen van ahti op basis van niet-openbare CBS microdata van het Centraal Bureau voor de Statistiek</a:t>
            </a:r>
          </a:p>
          <a:p>
            <a:pPr defTabSz="914485"/>
            <a:r>
              <a:rPr lang="nl-NL" sz="540" dirty="0">
                <a:solidFill>
                  <a:srgbClr val="20153E"/>
                </a:solidFill>
                <a:latin typeface="Tahoma"/>
              </a:rPr>
              <a:t>Bron: CBS; ahti analyses</a:t>
            </a:r>
          </a:p>
        </p:txBody>
      </p: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36115D8A-19D9-C0B0-7FC9-4E5EC53CD477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975172479"/>
              </p:ext>
            </p:extLst>
          </p:nvPr>
        </p:nvGraphicFramePr>
        <p:xfrm>
          <a:off x="1309688" y="1762125"/>
          <a:ext cx="4622800" cy="43767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02B393F-DCCC-2DEC-D954-15D4373C96E8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1935163" y="5891213"/>
            <a:ext cx="40005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9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20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B0157CBD-CD50-49A2-BB92-A22EE4865ACA}" type="datetime'''''2''''''''''''''''''''0''2''''''''''''''''''''''4'''''''''">
              <a:rPr lang="nl-NL" altLang="en-US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2024</a:t>
            </a:fld>
            <a:endParaRPr lang="nl-NL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E44F312-048D-9B6F-59DB-329D846DD987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3421063" y="5891213"/>
            <a:ext cx="40005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9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20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1611ADB3-0580-48C0-9A8D-94DD427178E1}" type="datetime'''2''''''0''2''''''''''''''''''''''''''''5'">
              <a:rPr lang="nl-NL" altLang="en-US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2025</a:t>
            </a:fld>
            <a:endParaRPr lang="nl-NL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3C7FBB8-84E4-28A1-7FD3-414B79BA7BEE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4906963" y="5891213"/>
            <a:ext cx="40005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9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20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7D639116-C0ED-4820-9EAE-DED53CEFB78A}" type="datetime'2''''''''''0''''''''''''''''''''''''''''''''2''''''''6'">
              <a:rPr lang="nl-NL" altLang="en-US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2026</a:t>
            </a:fld>
            <a:endParaRPr lang="nl-NL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2E65B8C-89D5-AEF1-D2F5-F73853E5F468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958850" y="3935413"/>
            <a:ext cx="6223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9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20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BD85D27B-36BF-497F-BC3A-F149A81FB8D7}" type="datetime'''''Se''ri''''''''''''''''es'''' ''''''''1'''''''''''''">
              <a:rPr lang="nl-NL" altLang="en-US" smtClean="0">
                <a:effectLst/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Series 1</a:t>
            </a:fld>
            <a:endParaRPr lang="nl-NL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6FB6260-F6D8-B08C-C06E-217F5365BF33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958850" y="4284663"/>
            <a:ext cx="6223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9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20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8EDE9735-38AC-4BDA-97A3-E6E49D84751F}" type="datetime'''''Se''ri''''''''e''''''''''''''''''s'' ''2'''''''''">
              <a:rPr lang="nl-NL" altLang="en-US" smtClean="0">
                <a:effectLst/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Series 2</a:t>
            </a:fld>
            <a:endParaRPr lang="nl-NL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F8CA4BD-D8BF-DE0F-E495-CEF6F8BCE514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958850" y="5095875"/>
            <a:ext cx="6223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9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20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C2639F93-E8BA-4D77-ABA4-49A58FCDBA03}" type="datetime'''S''e''''ri''''e''''s'''''''' ''''''''''''''''''''''''''3'">
              <a:rPr lang="nl-NL" altLang="en-US" smtClean="0">
                <a:effectLst/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Series 3</a:t>
            </a:fld>
            <a:endParaRPr lang="nl-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4AB46E5-52EE-B8BC-5471-1E4AADB1B6E5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2012950" y="3635375"/>
            <a:ext cx="244475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9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20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728E521B-01B3-4750-B055-B0524B0ECAC3}" type="datetime'''''''''''''''2''''''''''4'''">
              <a:rPr lang="nl-NL" altLang="en-US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24</a:t>
            </a:fld>
            <a:endParaRPr lang="nl-NL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C9919FD-95AE-9C1F-1EBC-97A805866AAE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3498850" y="3027363"/>
            <a:ext cx="244475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9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20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93454B3C-71E9-4A10-9170-743898C82E37}" type="datetime'''''''''''''''3''''''''''''''''''''''''''''1'''''''''">
              <a:rPr lang="nl-NL" altLang="en-US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31</a:t>
            </a:fld>
            <a:endParaRPr lang="nl-NL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6D51BE6-A4A2-921A-7B1A-A6FDD6F15AA5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gray">
          <a:xfrm>
            <a:off x="4984750" y="1778000"/>
            <a:ext cx="244475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9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20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36F93BDA-F610-4BF2-B53D-D659DF9ACA04}" type="datetime'''4''''''''''''''''''''''''''''''''''''''''''''''''''''6'''''">
              <a:rPr lang="nl-NL" altLang="en-US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46</a:t>
            </a:fld>
            <a:endParaRPr lang="nl-NL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26722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H_FLYSHEET_STYLE" val="1"/>
  <p:tag name="TEMPLATEID" val="4ca2f468fc36259c"/>
  <p:tag name="MM_STAMP_CONVERTED" val="True"/>
  <p:tag name="MM_SECTION_CONVERTED" val="True"/>
  <p:tag name="THINKCELLUNDODONOTDELETE" val="0"/>
  <p:tag name="THINKCELLPRESENTATIONDONOTDELETE" val="&lt;?xml version=&quot;1.0&quot; encoding=&quot;UTF-16&quot; standalone=&quot;yes&quot;?&gt;&lt;root reqver=&quot;32687&quot;&gt;&lt;version val=&quot;38706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d-%#m-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4&quot;&gt;&lt;elem m_fUsage=&quot;6.67971082626156942297E+00&quot;&gt;&lt;m_msothmcolidx val=&quot;0&quot;/&gt;&lt;m_rgb r=&quot;00&quot; g=&quot;B0&quot; b=&quot;50&quot;/&gt;&lt;/elem&gt;&lt;elem m_fUsage=&quot;1.31200137098071234476E+00&quot;&gt;&lt;m_msothmcolidx val=&quot;0&quot;/&gt;&lt;m_rgb r=&quot;FF&quot; g=&quot;CD&quot; b=&quot;2F&quot;/&gt;&lt;/elem&gt;&lt;elem m_fUsage=&quot;9.64610818892266852487E-01&quot;&gt;&lt;m_msothmcolidx val=&quot;0&quot;/&gt;&lt;m_rgb r=&quot;FF&quot; g=&quot;DD&quot; b=&quot;71&quot;/&gt;&lt;/elem&gt;&lt;elem m_fUsage=&quot;3.09252961724027219947E-01&quot;&gt;&lt;m_msothmcolidx val=&quot;0&quot;/&gt;&lt;m_rgb r=&quot;E2&quot; g=&quot;B5&quot; b=&quot;1A&quot;/&gt;&lt;/elem&gt;&lt;elem m_fUsage=&quot;2.25575206337820161062E-01&quot;&gt;&lt;m_msothmcolidx val=&quot;0&quot;/&gt;&lt;m_rgb r=&quot;FA&quot; g=&quot;86&quot; b=&quot;8D&quot;/&gt;&lt;/elem&gt;&lt;elem m_fUsage=&quot;1.72807472154445418422E-01&quot;&gt;&lt;m_msothmcolidx val=&quot;0&quot;/&gt;&lt;m_rgb r=&quot;D2&quot; g=&quot;89&quot; b=&quot;00&quot;/&gt;&lt;/elem&gt;&lt;elem m_fUsage=&quot;8.86293811965250810658E-02&quot;&gt;&lt;m_msothmcolidx val=&quot;0&quot;/&gt;&lt;m_rgb r=&quot;00&quot; g=&quot;66&quot; b=&quot;5B&quot;/&gt;&lt;/elem&gt;&lt;elem m_fUsage=&quot;7.39679561536455559834E-02&quot;&gt;&lt;m_msothmcolidx val=&quot;0&quot;/&gt;&lt;m_rgb r=&quot;1E&quot; g=&quot;74&quot; b=&quot;41&quot;/&gt;&lt;/elem&gt;&lt;elem m_fUsage=&quot;4.25937218858039728930E-02&quot;&gt;&lt;m_msothmcolidx val=&quot;0&quot;/&gt;&lt;m_rgb r=&quot;DA&quot; g=&quot;B1&quot; b=&quot;AF&quot;/&gt;&lt;/elem&gt;&lt;elem m_fUsage=&quot;4.23911582752162438559E-02&quot;&gt;&lt;m_msothmcolidx val=&quot;0&quot;/&gt;&lt;m_rgb r=&quot;DA&quot; g=&quot;D8&quot; b=&quot;DF&quot;/&gt;&lt;/elem&gt;&lt;elem m_fUsage=&quot;1.33027946472911492298E-02&quot;&gt;&lt;m_msothmcolidx val=&quot;0&quot;/&gt;&lt;m_rgb r=&quot;FA&quot; g=&quot;87&quot; b=&quot;9A&quot;/&gt;&lt;/elem&gt;&lt;elem m_fUsage=&quot;9.69773729787525018420E-03&quot;&gt;&lt;m_msothmcolidx val=&quot;0&quot;/&gt;&lt;m_rgb r=&quot;99&quot; g=&quot;8C&quot; b=&quot;00&quot;/&gt;&lt;/elem&gt;&lt;elem m_fUsage=&quot;7.85516721127895063692E-03&quot;&gt;&lt;m_msothmcolidx val=&quot;0&quot;/&gt;&lt;m_rgb r=&quot;33&quot; g=&quot;68&quot; b=&quot;55&quot;/&gt;&lt;/elem&gt;&lt;elem m_fUsage=&quot;7.06965049015105539976E-03&quot;&gt;&lt;m_msothmcolidx val=&quot;0&quot;/&gt;&lt;m_rgb r=&quot;3F&quot; g=&quot;60&quot; b=&quot;59&quot;/&gt;&lt;/elem&gt;&lt;elem m_fUsage=&quot;6.36268544113595142103E-03&quot;&gt;&lt;m_msothmcolidx val=&quot;0&quot;/&gt;&lt;m_rgb r=&quot;74&quot; g=&quot;59&quot; b=&quot;1D&quot;/&gt;&lt;/elem&gt;&lt;elem m_fUsage=&quot;5.72641689702235463094E-03&quot;&gt;&lt;m_msothmcolidx val=&quot;0&quot;/&gt;&lt;m_rgb r=&quot;31&quot; g=&quot;6A&quot; b=&quot;64&quot;/&gt;&lt;/elem&gt;&lt;elem m_fUsage=&quot;5.20396215491148242394E-03&quot;&gt;&lt;m_msothmcolidx val=&quot;0&quot;/&gt;&lt;m_rgb r=&quot;2C&quot; g=&quot;13&quot; b=&quot;78&quot;/&gt;&lt;/elem&gt;&lt;elem m_fUsage=&quot;5.15377520732012046889E-03&quot;&gt;&lt;m_msothmcolidx val=&quot;0&quot;/&gt;&lt;m_rgb r=&quot;38&quot; g=&quot;65&quot; b=&quot;61&quot;/&gt;&lt;/elem&gt;&lt;elem m_fUsage=&quot;4.63839768658810824853E-03&quot;&gt;&lt;m_msothmcolidx val=&quot;0&quot;/&gt;&lt;m_rgb r=&quot;4D&quot; g=&quot;61&quot; b=&quot;3D&quot;/&gt;&lt;/elem&gt;&lt;elem m_fUsage=&quot;4.17455791792929655631E-03&quot;&gt;&lt;m_msothmcolidx val=&quot;0&quot;/&gt;&lt;m_rgb r=&quot;39&quot; g=&quot;64&quot; b=&quot;3A&quot;/&gt;&lt;/elem&gt;&lt;elem m_fUsage=&quot;3.75710212613636828846E-03&quot;&gt;&lt;m_msothmcolidx val=&quot;0&quot;/&gt;&lt;m_rgb r=&quot;3F&quot; g=&quot;65&quot; b=&quot;38&quot;/&gt;&lt;/elem&gt;&lt;elem m_fUsage=&quot;3.04325272217045731185E-03&quot;&gt;&lt;m_msothmcolidx val=&quot;0&quot;/&gt;&lt;m_rgb r=&quot;FE&quot; g=&quot;FE&quot; b=&quot;E9&quot;/&gt;&lt;/elem&gt;&lt;elem m_fUsage=&quot;1.31002050863762231972E-03&quot;&gt;&lt;m_msothmcolidx val=&quot;0&quot;/&gt;&lt;m_rgb r=&quot;00&quot; g=&quot;3C&quot; b=&quot;55&quot;/&gt;&lt;/elem&gt;&lt;elem m_fUsage=&quot;1.17901845777385982754E-03&quot;&gt;&lt;m_msothmcolidx val=&quot;0&quot;/&gt;&lt;m_rgb r=&quot;EC&quot; g=&quot;C1&quot; b=&quot;C4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gn_sOAxOh8xzVsmRv9D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cB36W7MeK7_79B98jre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P0YH2sluV2p84ieT4LJ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1ci_LhimzpnVcB42Gp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NYxXlb89HfJupf1inY2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th.UDXvKJ.W2cJUosBx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_GVMGUbxcSzS6ltLeom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u2gqAi5_eG.GgfEV44fL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gn_sOAxOh8xzVsmRv9D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cB36W7MeK7_79B98jre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P0YH2sluV2p84ieT4LJg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1ci_LhimzpnVcB42Gpw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NYxXlb89HfJupf1inY2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th.UDXvKJ.W2cJUosBxQ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_GVMGUbxcSzS6ltLeom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u2gqAi5_eG.GgfEV44fLw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gn_sOAxOh8xzVsmRv9D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cB36W7MeK7_79B98jrew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P0YH2sluV2p84ieT4LJg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1ci_LhimzpnVcB42Gpw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NYxXlb89HfJupf1inY2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th.UDXvKJ.W2cJUosBxQ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3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_GVMGUbxcSzS6ltLeom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u2gqAi5_eG.GgfEV44fLw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gn_sOAxOh8xzVsmRv9Dg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cB36W7MeK7_79B98jrew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P0YH2sluV2p84ieT4LJg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1ci_LhimzpnVcB42Gpw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NYxXlb89HfJupf1inY2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th.UDXvKJ.W2cJUosBxQ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3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_GVMGUbxcSzS6ltLeomg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u2gqAi5_eG.GgfEV44fL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2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gn_sOAxOh8xzVsmRv9Dg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NYxXlb89HfJupf1inY2g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th.UDXvKJ.W2cJUosBxQ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P0YH2sluV2p84ieT4LJg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1ci_LhimzpnVcB42Gpw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3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2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LIDE" val="MLNK9a987123cb1741ffaec7630a91151a0c"/>
  <p:tag name="MACABACUSLINK" val="&lt;Links vendor=&quot;Macabacus&quot;&gt;&lt;Link version=&quot;9.7.2.0&quot;&gt;&lt;Source&gt;&lt;![CDATA[%USER_FOLDER%\OneDrive\Documenten\Macabacus\Personal Library\Slides\de764d\adff09.pptx]]&gt;&lt;/Source&gt;&lt;SourceModified&gt;2022-04-11 08:20:27&lt;/SourceModified&gt;&lt;ParentId&gt;&lt;/ParentId&gt;&lt;LinkId&gt;c2e7935aebb65005&lt;/LinkId&gt;&lt;FriendlyName&gt;&lt;/FriendlyName&gt;&lt;Type&gt;10&lt;/Type&gt;&lt;Address&gt;&lt;/Address&gt;&lt;LastUpdate&gt;2025-01-10 12:02:57&lt;/LastUpdate&gt;&lt;User&gt;&lt;/User&gt;&lt;SourceFormat&gt;True&lt;/SourceFormat&gt;&lt;/Link&gt;&lt;/Links&gt;"/>
  <p:tag name="MACABACUS_LIB_CONTENT" val="&lt;LibraryInfo vendor=&quot;Macabacus&quot; version=&quot;9.7.2.0&quot;&gt;&lt;LibraryId&gt;&lt;/LibraryId&gt;&lt;Permission&gt;0&lt;/Permission&gt;&lt;ContentPath&gt;&lt;![CDATA[%USER_FOLDER%\OneDrive\Documenten\Macabacus\Personal Library\Slides\de764d\adff09.pptx]]&gt;&lt;/ContentPath&gt;&lt;ContentType&gt;1&lt;/ContentType&gt;&lt;ContentId&gt;c2e7935aebb65005&lt;/ContentId&gt;&lt;Title&gt;Slide89&lt;/Title&gt;&lt;CurrentVersion&gt;1&lt;/CurrentVersion&gt;&lt;IgnoredVersion /&gt;&lt;KeepSrcFormatting&gt;True&lt;/KeepSrcFormatting&gt;&lt;ModifiedAt&gt;2025-01-10 11:02:56&lt;/ModifiedAt&gt;&lt;ModifiedBy&gt;Marcel Geurts&lt;/ModifiedBy&gt;&lt;/LibraryInfo&gt;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SHAPE_ID" val="9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8Y5e4I5f2yZREswvxVs6w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QJy0ZNnYe4HoKtbGSaWOw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CKvNXWpydVKvBXmP1wc1Q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8iduyUklGef9PCN_wU7Q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lIx55A0Qp5I.l7fHw1XXA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NbZfs0ihg739pk3kvvX_g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TsCajgWPt4GjUIbip_HBA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IEE_lqUedxYnWw256fTvw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.UFw6brjhtlc3nGjvs_0Q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n6N6CwhPCoULJLZmKKWRw"/>
</p:tagLst>
</file>

<file path=ppt/theme/theme1.xml><?xml version="1.0" encoding="utf-8"?>
<a:theme xmlns:a="http://schemas.openxmlformats.org/drawingml/2006/main" name="Template ahti - nieuw">
  <a:themeElements>
    <a:clrScheme name="Aangepast 1">
      <a:dk1>
        <a:srgbClr val="20153E"/>
      </a:dk1>
      <a:lt1>
        <a:sysClr val="window" lastClr="FFFFFF"/>
      </a:lt1>
      <a:dk2>
        <a:srgbClr val="009DDC"/>
      </a:dk2>
      <a:lt2>
        <a:srgbClr val="F4F4F4"/>
      </a:lt2>
      <a:accent1>
        <a:srgbClr val="009DDC"/>
      </a:accent1>
      <a:accent2>
        <a:srgbClr val="336A88"/>
      </a:accent2>
      <a:accent3>
        <a:srgbClr val="EE3124"/>
      </a:accent3>
      <a:accent4>
        <a:srgbClr val="F4F4F4"/>
      </a:accent4>
      <a:accent5>
        <a:srgbClr val="20153E"/>
      </a:accent5>
      <a:accent6>
        <a:srgbClr val="524F50"/>
      </a:accent6>
      <a:hlink>
        <a:srgbClr val="20153E"/>
      </a:hlink>
      <a:folHlink>
        <a:srgbClr val="20153E"/>
      </a:folHlink>
    </a:clrScheme>
    <a:fontScheme name="Aangepast 46">
      <a:majorFont>
        <a:latin typeface="Century Gothic"/>
        <a:ea typeface=""/>
        <a:cs typeface=""/>
      </a:majorFont>
      <a:minorFont>
        <a:latin typeface="Tahom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abloon ahti" id="{E440FB75-98C5-4044-908E-793595C18DB5}" vid="{96A877CF-91D8-49D0-9368-9C16D2FAFF26}"/>
    </a:ext>
  </a:extLst>
</a:theme>
</file>

<file path=ppt/theme/theme2.xml><?xml version="1.0" encoding="utf-8"?>
<a:theme xmlns:a="http://schemas.openxmlformats.org/drawingml/2006/main" name="3_Template ahti - nieuw">
  <a:themeElements>
    <a:clrScheme name="Aangepast 1">
      <a:dk1>
        <a:srgbClr val="20153E"/>
      </a:dk1>
      <a:lt1>
        <a:sysClr val="window" lastClr="FFFFFF"/>
      </a:lt1>
      <a:dk2>
        <a:srgbClr val="009DDC"/>
      </a:dk2>
      <a:lt2>
        <a:srgbClr val="F4F4F4"/>
      </a:lt2>
      <a:accent1>
        <a:srgbClr val="009DDC"/>
      </a:accent1>
      <a:accent2>
        <a:srgbClr val="336A88"/>
      </a:accent2>
      <a:accent3>
        <a:srgbClr val="EE3124"/>
      </a:accent3>
      <a:accent4>
        <a:srgbClr val="F4F4F4"/>
      </a:accent4>
      <a:accent5>
        <a:srgbClr val="20153E"/>
      </a:accent5>
      <a:accent6>
        <a:srgbClr val="524F50"/>
      </a:accent6>
      <a:hlink>
        <a:srgbClr val="20153E"/>
      </a:hlink>
      <a:folHlink>
        <a:srgbClr val="20153E"/>
      </a:folHlink>
    </a:clrScheme>
    <a:fontScheme name="Aangepast 46">
      <a:majorFont>
        <a:latin typeface="Century Gothic"/>
        <a:ea typeface=""/>
        <a:cs typeface=""/>
      </a:majorFont>
      <a:minorFont>
        <a:latin typeface="Tahom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abloon ahti" id="{E440FB75-98C5-4044-908E-793595C18DB5}" vid="{BB079BB3-6349-44B9-B823-F997373BF131}"/>
    </a:ext>
  </a:extLst>
</a:theme>
</file>

<file path=ppt/theme/theme3.xml><?xml version="1.0" encoding="utf-8"?>
<a:theme xmlns:a="http://schemas.openxmlformats.org/drawingml/2006/main" name="2_Template ahti - nieuw">
  <a:themeElements>
    <a:clrScheme name="Aangepast 1">
      <a:dk1>
        <a:srgbClr val="20153E"/>
      </a:dk1>
      <a:lt1>
        <a:sysClr val="window" lastClr="FFFFFF"/>
      </a:lt1>
      <a:dk2>
        <a:srgbClr val="009DDC"/>
      </a:dk2>
      <a:lt2>
        <a:srgbClr val="F4F4F4"/>
      </a:lt2>
      <a:accent1>
        <a:srgbClr val="009DDC"/>
      </a:accent1>
      <a:accent2>
        <a:srgbClr val="336A88"/>
      </a:accent2>
      <a:accent3>
        <a:srgbClr val="EE3124"/>
      </a:accent3>
      <a:accent4>
        <a:srgbClr val="F4F4F4"/>
      </a:accent4>
      <a:accent5>
        <a:srgbClr val="20153E"/>
      </a:accent5>
      <a:accent6>
        <a:srgbClr val="524F50"/>
      </a:accent6>
      <a:hlink>
        <a:srgbClr val="20153E"/>
      </a:hlink>
      <a:folHlink>
        <a:srgbClr val="20153E"/>
      </a:folHlink>
    </a:clrScheme>
    <a:fontScheme name="Aangepast 46">
      <a:majorFont>
        <a:latin typeface="Century Gothic"/>
        <a:ea typeface=""/>
        <a:cs typeface=""/>
      </a:majorFont>
      <a:minorFont>
        <a:latin typeface="Tahom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abloon ahti" id="{E440FB75-98C5-4044-908E-793595C18DB5}" vid="{987C10E7-91D6-4B74-9C63-9C85223C6A04}"/>
    </a:ext>
  </a:extLst>
</a:theme>
</file>

<file path=ppt/theme/theme4.xml><?xml version="1.0" encoding="utf-8"?>
<a:theme xmlns:a="http://schemas.openxmlformats.org/drawingml/2006/main" name="4_Template ahti - nieuw">
  <a:themeElements>
    <a:clrScheme name="Aangepast 1">
      <a:dk1>
        <a:srgbClr val="20153E"/>
      </a:dk1>
      <a:lt1>
        <a:sysClr val="window" lastClr="FFFFFF"/>
      </a:lt1>
      <a:dk2>
        <a:srgbClr val="009DDC"/>
      </a:dk2>
      <a:lt2>
        <a:srgbClr val="F4F4F4"/>
      </a:lt2>
      <a:accent1>
        <a:srgbClr val="009DDC"/>
      </a:accent1>
      <a:accent2>
        <a:srgbClr val="336A88"/>
      </a:accent2>
      <a:accent3>
        <a:srgbClr val="EE3124"/>
      </a:accent3>
      <a:accent4>
        <a:srgbClr val="F4F4F4"/>
      </a:accent4>
      <a:accent5>
        <a:srgbClr val="20153E"/>
      </a:accent5>
      <a:accent6>
        <a:srgbClr val="524F50"/>
      </a:accent6>
      <a:hlink>
        <a:srgbClr val="20153E"/>
      </a:hlink>
      <a:folHlink>
        <a:srgbClr val="20153E"/>
      </a:folHlink>
    </a:clrScheme>
    <a:fontScheme name="Aangepast 46">
      <a:majorFont>
        <a:latin typeface="Century Gothic"/>
        <a:ea typeface=""/>
        <a:cs typeface=""/>
      </a:majorFont>
      <a:minorFont>
        <a:latin typeface="Tahom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abloon ahti" id="{E440FB75-98C5-4044-908E-793595C18DB5}" vid="{8475C052-21E4-4FD8-804A-7A708CC87CD4}"/>
    </a:ext>
  </a:extLst>
</a:theme>
</file>

<file path=ppt/theme/theme5.xml><?xml version="1.0" encoding="utf-8"?>
<a:theme xmlns:a="http://schemas.openxmlformats.org/drawingml/2006/main" name="1_Kantoorthema">
  <a:themeElements>
    <a:clrScheme name="Aangepast 1">
      <a:dk1>
        <a:srgbClr val="20153E"/>
      </a:dk1>
      <a:lt1>
        <a:sysClr val="window" lastClr="FFFFFF"/>
      </a:lt1>
      <a:dk2>
        <a:srgbClr val="009DDC"/>
      </a:dk2>
      <a:lt2>
        <a:srgbClr val="F4F4F4"/>
      </a:lt2>
      <a:accent1>
        <a:srgbClr val="009DDC"/>
      </a:accent1>
      <a:accent2>
        <a:srgbClr val="336A88"/>
      </a:accent2>
      <a:accent3>
        <a:srgbClr val="EE3124"/>
      </a:accent3>
      <a:accent4>
        <a:srgbClr val="F4F4F4"/>
      </a:accent4>
      <a:accent5>
        <a:srgbClr val="20153E"/>
      </a:accent5>
      <a:accent6>
        <a:srgbClr val="524F50"/>
      </a:accent6>
      <a:hlink>
        <a:srgbClr val="20153E"/>
      </a:hlink>
      <a:folHlink>
        <a:srgbClr val="20153E"/>
      </a:folHlink>
    </a:clrScheme>
    <a:fontScheme name="Aangepast 46">
      <a:majorFont>
        <a:latin typeface="Century Gothic"/>
        <a:ea typeface=""/>
        <a:cs typeface=""/>
      </a:majorFont>
      <a:minorFont>
        <a:latin typeface="Tahom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87e4a9" id="{B42F9BC7-6A4E-4EC7-8E39-8D9E47F27A24}" vid="{7E086959-777A-4B15-A920-91B878EEEB25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06c5ff8-4634-4fa4-8c27-89621e5bf2a5" xsi:nil="true"/>
    <lcf76f155ced4ddcb4097134ff3c332f xmlns="3daef901-3bec-4cf7-9f9d-0b0028a66dfb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FFB796F481364F9BC8E43D83D6149D" ma:contentTypeVersion="15" ma:contentTypeDescription="Een nieuw document maken." ma:contentTypeScope="" ma:versionID="c79acba1bcbbe71c7213bb984beaf1df">
  <xsd:schema xmlns:xsd="http://www.w3.org/2001/XMLSchema" xmlns:xs="http://www.w3.org/2001/XMLSchema" xmlns:p="http://schemas.microsoft.com/office/2006/metadata/properties" xmlns:ns2="3daef901-3bec-4cf7-9f9d-0b0028a66dfb" xmlns:ns3="f06c5ff8-4634-4fa4-8c27-89621e5bf2a5" targetNamespace="http://schemas.microsoft.com/office/2006/metadata/properties" ma:root="true" ma:fieldsID="4e710b6e5edd31d871be2f6d80692b0b" ns2:_="" ns3:_="">
    <xsd:import namespace="3daef901-3bec-4cf7-9f9d-0b0028a66dfb"/>
    <xsd:import namespace="f06c5ff8-4634-4fa4-8c27-89621e5bf2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aef901-3bec-4cf7-9f9d-0b0028a66d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Afbeeldingtags" ma:readOnly="false" ma:fieldId="{5cf76f15-5ced-4ddc-b409-7134ff3c332f}" ma:taxonomyMulti="true" ma:sspId="40a14b0d-44bc-4dfd-b6cb-26b4cdc3125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6c5ff8-4634-4fa4-8c27-89621e5bf2a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5ad020f-5721-4bd4-ba61-8954d2f19256}" ma:internalName="TaxCatchAll" ma:showField="CatchAllData" ma:web="f06c5ff8-4634-4fa4-8c27-89621e5bf2a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9D1BF1-D23B-4179-939F-55EE13FFF685}">
  <ds:schemaRefs>
    <ds:schemaRef ds:uri="http://www.w3.org/XML/1998/namespace"/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f06c5ff8-4634-4fa4-8c27-89621e5bf2a5"/>
    <ds:schemaRef ds:uri="http://schemas.microsoft.com/office/2006/metadata/properties"/>
    <ds:schemaRef ds:uri="3daef901-3bec-4cf7-9f9d-0b0028a66dfb"/>
    <ds:schemaRef ds:uri="http://schemas.openxmlformats.org/package/2006/metadata/core-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B09299CE-A1F7-439A-9F03-1820805374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daef901-3bec-4cf7-9f9d-0b0028a66dfb"/>
    <ds:schemaRef ds:uri="f06c5ff8-4634-4fa4-8c27-89621e5bf2a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187AA25-AFA3-4AE5-9898-79B56013557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Sjabloon ahti</Template>
  <TotalTime>212</TotalTime>
  <Words>62</Words>
  <Application>Microsoft Office PowerPoint</Application>
  <PresentationFormat>Widescreen</PresentationFormat>
  <Paragraphs>27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4" baseType="lpstr">
      <vt:lpstr>宋体</vt:lpstr>
      <vt:lpstr>Aptos</vt:lpstr>
      <vt:lpstr>Arial</vt:lpstr>
      <vt:lpstr>Arial Black</vt:lpstr>
      <vt:lpstr>Calibri</vt:lpstr>
      <vt:lpstr>Century Gothic</vt:lpstr>
      <vt:lpstr>Tahoma</vt:lpstr>
      <vt:lpstr>Template ahti - nieuw</vt:lpstr>
      <vt:lpstr>3_Template ahti - nieuw</vt:lpstr>
      <vt:lpstr>2_Template ahti - nieuw</vt:lpstr>
      <vt:lpstr>4_Template ahti - nieuw</vt:lpstr>
      <vt:lpstr>1_Kantoorthema</vt:lpstr>
      <vt:lpstr>think-cell Slide</vt:lpstr>
      <vt:lpstr>&lt;SlideTitle&gt;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Heleen Klapwijk | ahti</dc:creator>
  <cp:lastModifiedBy>Leonardo Nunes | ahti</cp:lastModifiedBy>
  <cp:revision>11</cp:revision>
  <dcterms:created xsi:type="dcterms:W3CDTF">2026-05-13T14:33:17Z</dcterms:created>
  <dcterms:modified xsi:type="dcterms:W3CDTF">2026-07-18T22:49:00Z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0x010100D1FFB796F481364F9BC8E43D83D6149D</vt:lpwstr>
  </property>
</Properties>
</file>